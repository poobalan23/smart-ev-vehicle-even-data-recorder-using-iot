
<file path=[Content_Types].xml><?xml version="1.0" encoding="utf-8"?>
<Types xmlns="http://schemas.openxmlformats.org/package/2006/content-types">
  <Default Extension="png" ContentType="image/png"/>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7" r:id="rId3"/>
    <p:sldId id="258" r:id="rId4"/>
    <p:sldId id="259" r:id="rId5"/>
    <p:sldId id="260" r:id="rId6"/>
    <p:sldId id="261" r:id="rId7"/>
    <p:sldId id="262" r:id="rId8"/>
    <p:sldId id="263" r:id="rId9"/>
    <p:sldId id="264" r:id="rId10"/>
    <p:sldId id="265" r:id="rId11"/>
    <p:sldId id="266" r:id="rId12"/>
    <p:sldId id="267" r:id="rId13"/>
  </p:sldIdLst>
  <p:sldSz cx="12192000" cy="6858000"/>
  <p:notesSz cx="6858000" cy="9144000"/>
  <p:kinsoku lang="zh-CN" invalStChars="!%),.:;?]}¨·ˇˉ་―‖’”…‰∶、。〃々〉》」』】〕〗！＂＇％），．：；？］｀｜｝～￠" invalEndChars="([{·‘“〈《「『【〔〖（．［｛￡￥"/>
  <p:defaultTextStyle>
    <a:defPPr>
      <a:defRPr lang="zh-CN"/>
    </a:defPPr>
    <a:lvl1pPr marL="0" indent="0" algn="l" defTabSz="914400" eaLnBrk="1" fontAlgn="auto" latinLnBrk="0" hangingPunct="1">
      <a:buNone/>
      <a:defRPr sz="1800" kern="1200">
        <a:solidFill>
          <a:schemeClr val="tx1"/>
        </a:solidFill>
        <a:latin typeface="Droid Sans" charset="0"/>
        <a:ea typeface="SimSun" panose="02010600030101010101" pitchFamily="2" charset="-122"/>
        <a:cs typeface="Droid Sans" charset="0"/>
      </a:defRPr>
    </a:lvl1pPr>
    <a:lvl2pPr marL="457200" indent="0" algn="l" defTabSz="914400" eaLnBrk="1" fontAlgn="auto" latinLnBrk="0" hangingPunct="1">
      <a:buNone/>
      <a:defRPr sz="1800" kern="1200">
        <a:solidFill>
          <a:schemeClr val="tx1"/>
        </a:solidFill>
        <a:latin typeface="Droid Sans" charset="0"/>
        <a:ea typeface="SimSun" panose="02010600030101010101" pitchFamily="2" charset="-122"/>
        <a:cs typeface="Droid Sans" charset="0"/>
      </a:defRPr>
    </a:lvl2pPr>
    <a:lvl3pPr marL="914400" indent="0" algn="l" defTabSz="914400" eaLnBrk="1" fontAlgn="auto" latinLnBrk="0" hangingPunct="1">
      <a:buNone/>
      <a:defRPr sz="1800" kern="1200">
        <a:solidFill>
          <a:schemeClr val="tx1"/>
        </a:solidFill>
        <a:latin typeface="Droid Sans" charset="0"/>
        <a:ea typeface="SimSun" panose="02010600030101010101" pitchFamily="2" charset="-122"/>
        <a:cs typeface="Droid Sans" charset="0"/>
      </a:defRPr>
    </a:lvl3pPr>
    <a:lvl4pPr marL="1371600" indent="0" algn="l" defTabSz="914400" eaLnBrk="1" fontAlgn="auto" latinLnBrk="0" hangingPunct="1">
      <a:buNone/>
      <a:defRPr sz="1800" kern="1200">
        <a:solidFill>
          <a:schemeClr val="tx1"/>
        </a:solidFill>
        <a:latin typeface="Droid Sans" charset="0"/>
        <a:ea typeface="SimSun" panose="02010600030101010101" pitchFamily="2" charset="-122"/>
        <a:cs typeface="Droid Sans" charset="0"/>
      </a:defRPr>
    </a:lvl4pPr>
    <a:lvl5pPr marL="1828800" indent="0" algn="l" defTabSz="914400" eaLnBrk="1" fontAlgn="auto" latinLnBrk="0" hangingPunct="1">
      <a:buNone/>
      <a:defRPr sz="1800" kern="1200">
        <a:solidFill>
          <a:schemeClr val="tx1"/>
        </a:solidFill>
        <a:latin typeface="Droid Sans" charset="0"/>
        <a:ea typeface="SimSun" panose="02010600030101010101" pitchFamily="2" charset="-122"/>
        <a:cs typeface="Droid Sans" charset="0"/>
      </a:defRPr>
    </a:lvl5pPr>
    <a:lvl6pPr marL="2286000" indent="0" algn="l" defTabSz="914400" eaLnBrk="1" fontAlgn="auto" latinLnBrk="0" hangingPunct="1">
      <a:buNone/>
      <a:defRPr sz="1800" kern="1200">
        <a:solidFill>
          <a:schemeClr val="tx1"/>
        </a:solidFill>
        <a:latin typeface="Droid Sans" charset="0"/>
        <a:ea typeface="SimSun" panose="02010600030101010101" pitchFamily="2" charset="-122"/>
        <a:cs typeface="Droid Sans" charset="0"/>
      </a:defRPr>
    </a:lvl6pPr>
    <a:lvl7pPr marL="2743200" indent="0" algn="l" defTabSz="914400" eaLnBrk="1" fontAlgn="auto" latinLnBrk="0" hangingPunct="1">
      <a:buNone/>
      <a:defRPr sz="1800" kern="1200">
        <a:solidFill>
          <a:schemeClr val="tx1"/>
        </a:solidFill>
        <a:latin typeface="Droid Sans" charset="0"/>
        <a:ea typeface="SimSun" panose="02010600030101010101" pitchFamily="2" charset="-122"/>
        <a:cs typeface="Droid Sans" charset="0"/>
      </a:defRPr>
    </a:lvl7pPr>
    <a:lvl8pPr marL="3200400" indent="0" algn="l" defTabSz="914400" eaLnBrk="1" fontAlgn="auto" latinLnBrk="0" hangingPunct="1">
      <a:buNone/>
      <a:defRPr sz="1800" kern="1200">
        <a:solidFill>
          <a:schemeClr val="tx1"/>
        </a:solidFill>
        <a:latin typeface="Droid Sans" charset="0"/>
        <a:ea typeface="SimSun" panose="02010600030101010101" pitchFamily="2" charset="-122"/>
        <a:cs typeface="Droid Sans" charset="0"/>
      </a:defRPr>
    </a:lvl8pPr>
    <a:lvl9pPr marL="3200400" indent="0" algn="l" defTabSz="914400" eaLnBrk="1" fontAlgn="auto" latinLnBrk="0" hangingPunct="1">
      <a:buNone/>
      <a:defRPr sz="1800" kern="1200">
        <a:solidFill>
          <a:schemeClr val="tx1"/>
        </a:solidFill>
        <a:latin typeface="Droid Sans" charset="0"/>
        <a:ea typeface="SimSun" panose="02010600030101010101" pitchFamily="2" charset="-122"/>
        <a:cs typeface="Droid Sans" charset="0"/>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8548" autoAdjust="0"/>
    <p:restoredTop sz="99500" autoAdjust="0"/>
  </p:normalViewPr>
  <p:slideViewPr>
    <p:cSldViewPr snapToGrid="0" showGuides="1">
      <p:cViewPr varScale="1">
        <p:scale>
          <a:sx n="94" d="100"/>
          <a:sy n="94" d="100"/>
        </p:scale>
        <p:origin x="110" y="250"/>
      </p:cViewPr>
      <p:guideLst>
        <p:guide orient="horz" pos="2160"/>
        <p:guide pos="384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notesViewPr>
    <p:cSldViewPr snapToGrid="0">
      <p:cViewPr varScale="1">
        <p:scale>
          <a:sx n="57" d="100"/>
          <a:sy n="57" d="100"/>
        </p:scale>
        <p:origin x="0" y="0"/>
      </p:cViewPr>
      <p:guideLst/>
    </p:cSldViewPr>
  </p:notesViewPr>
  <p:gridSpacing cx="72010" cy="72010"/>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 Type="http://schemas.openxmlformats.org/officeDocument/2006/relationships/theme" Target="theme/theme1.xml"/><Relationship Id="rId16" Type="http://schemas.openxmlformats.org/officeDocument/2006/relationships/tableStyles" Target="tableStyles.xml"/><Relationship Id="rId15" Type="http://schemas.openxmlformats.org/officeDocument/2006/relationships/viewProps" Target="viewProps.xml"/><Relationship Id="rId14" Type="http://schemas.openxmlformats.org/officeDocument/2006/relationships/presProps" Target="presProps.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p:cSld name="标题幻灯片">
    <p:bg>
      <p:bgPr>
        <a:solidFill>
          <a:schemeClr val="bg1"/>
        </a:solidFill>
        <a:effectLst/>
      </p:bgPr>
    </p:bg>
    <p:spTree>
      <p:nvGrpSpPr>
        <p:cNvPr id="1" name=""/>
        <p:cNvGrpSpPr/>
        <p:nvPr/>
      </p:nvGrpSpPr>
      <p:grpSpPr>
        <a:xfrm>
          <a:off x="0" y="0"/>
          <a:ext cx="0" cy="0"/>
          <a:chOff x="0" y="0"/>
          <a:chExt cx="0" cy="0"/>
        </a:xfrm>
      </p:grpSpPr>
      <p:sp>
        <p:nvSpPr>
          <p:cNvPr id="7" name="文本框"/>
          <p:cNvSpPr>
            <a:spLocks noGrp="1"/>
          </p:cNvSpPr>
          <p:nvPr>
            <p:ph type="ctrTitle"/>
          </p:nvPr>
        </p:nvSpPr>
        <p:spPr>
          <a:xfrm>
            <a:off x="1524000" y="1122363"/>
            <a:ext cx="9144000" cy="2387600"/>
          </a:xfrm>
          <a:prstGeom prst="rect">
            <a:avLst/>
          </a:prstGeom>
          <a:noFill/>
          <a:ln w="12700" cap="flat" cmpd="sng">
            <a:noFill/>
            <a:prstDash val="solid"/>
            <a:miter/>
          </a:ln>
        </p:spPr>
        <p:txBody>
          <a:bodyPr vert="horz" wrap="square" lIns="91440" tIns="45720" rIns="91440" bIns="45720" anchor="b" anchorCtr="0"/>
          <a:lstStyle/>
          <a:p>
            <a:pPr marL="0" indent="0" algn="ctr">
              <a:lnSpc>
                <a:spcPct val="90000"/>
              </a:lnSpc>
              <a:spcBef>
                <a:spcPts val="0"/>
              </a:spcBef>
              <a:spcAft>
                <a:spcPts val="0"/>
              </a:spcAft>
              <a:buNone/>
            </a:pPr>
            <a:r>
              <a:rPr lang="en-US" altLang="zh-CN" sz="6000" b="0" i="0" u="none" strike="noStrike" kern="1200" cap="none" spc="0" baseline="0">
                <a:solidFill>
                  <a:schemeClr val="tx1"/>
                </a:solidFill>
                <a:latin typeface="Calibri Light" panose="020F0302020204030204" charset="0"/>
                <a:ea typeface="SimSun" panose="02010600030101010101" pitchFamily="2" charset="-122"/>
                <a:cs typeface="Lucida Sans" panose="020B0602030504020204"/>
              </a:rPr>
              <a:t>Click to edit Master title style</a:t>
            </a:r>
            <a:endParaRPr lang="zh-CN" altLang="en-US" sz="6000" b="0" i="0" u="none" strike="noStrike" kern="1200" cap="none" spc="0" baseline="0">
              <a:solidFill>
                <a:schemeClr val="tx1"/>
              </a:solidFill>
              <a:latin typeface="Calibri Light" panose="020F0302020204030204" charset="0"/>
              <a:ea typeface="SimSun" panose="02010600030101010101" pitchFamily="2" charset="-122"/>
              <a:cs typeface="Lucida Sans" panose="020B0602030504020204"/>
            </a:endParaRPr>
          </a:p>
        </p:txBody>
      </p:sp>
      <p:sp>
        <p:nvSpPr>
          <p:cNvPr id="8" name="文本框"/>
          <p:cNvSpPr>
            <a:spLocks noGrp="1"/>
          </p:cNvSpPr>
          <p:nvPr>
            <p:ph type="subTitle" idx="1"/>
          </p:nvPr>
        </p:nvSpPr>
        <p:spPr>
          <a:xfrm>
            <a:off x="1524000" y="3602038"/>
            <a:ext cx="9144000" cy="1655762"/>
          </a:xfrm>
          <a:prstGeom prst="rect">
            <a:avLst/>
          </a:prstGeom>
          <a:noFill/>
          <a:ln w="12700" cap="flat" cmpd="sng">
            <a:noFill/>
            <a:prstDash val="solid"/>
            <a:miter/>
          </a:ln>
        </p:spPr>
        <p:txBody>
          <a:bodyPr vert="horz" wrap="square" lIns="91440" tIns="45720" rIns="91440" bIns="45720" anchor="t" anchorCtr="0"/>
          <a:lstStyle/>
          <a:p>
            <a:pPr marL="0" indent="0" algn="ctr">
              <a:lnSpc>
                <a:spcPct val="90000"/>
              </a:lnSpc>
              <a:spcBef>
                <a:spcPts val="1000"/>
              </a:spcBef>
              <a:spcAft>
                <a:spcPts val="0"/>
              </a:spcAft>
              <a:buNone/>
            </a:pPr>
            <a:r>
              <a:rPr lang="en-US" altLang="zh-CN" sz="2400" b="0" i="0" u="none" strike="noStrike" kern="1200" cap="none" spc="0" baseline="0">
                <a:solidFill>
                  <a:schemeClr val="tx1"/>
                </a:solidFill>
                <a:latin typeface="Calibri" panose="020F0502020204030204" charset="0"/>
                <a:ea typeface="SimSun" panose="02010600030101010101" pitchFamily="2" charset="-122"/>
                <a:cs typeface="Lucida Sans" panose="020B0602030504020204"/>
              </a:rPr>
              <a:t>Click to edit Master subtitle style</a:t>
            </a:r>
            <a:endParaRPr lang="zh-CN" altLang="en-US" sz="2400" b="0" i="0" u="none" strike="noStrike" kern="1200" cap="none" spc="0" baseline="0">
              <a:solidFill>
                <a:schemeClr val="tx1"/>
              </a:solidFill>
              <a:latin typeface="Calibri" panose="020F0502020204030204" charset="0"/>
              <a:ea typeface="SimSun" panose="02010600030101010101" pitchFamily="2" charset="-122"/>
              <a:cs typeface="Lucida Sans" panose="020B0602030504020204"/>
            </a:endParaRPr>
          </a:p>
        </p:txBody>
      </p:sp>
      <p:sp>
        <p:nvSpPr>
          <p:cNvPr id="9" name="文本框"/>
          <p:cNvSpPr>
            <a:spLocks noGrp="1"/>
          </p:cNvSpPr>
          <p:nvPr>
            <p:ph type="dt" idx="10"/>
          </p:nvPr>
        </p:nvSpPr>
        <p:spPr>
          <a:xfrm>
            <a:off x="838200" y="6356349"/>
            <a:ext cx="2743200" cy="365125"/>
          </a:xfrm>
          <a:prstGeom prst="rect">
            <a:avLst/>
          </a:prstGeom>
          <a:noFill/>
          <a:ln cap="flat" cmpd="sng">
            <a:noFill/>
            <a:prstDash val="solid"/>
            <a:miter/>
          </a:ln>
        </p:spPr>
        <p:txBody>
          <a:bodyPr vert="horz" wrap="square" lIns="91440" tIns="45720" rIns="91440" bIns="45720" anchor="ctr" anchorCtr="0"/>
          <a:lstStyle/>
          <a:p>
            <a:pPr marL="0" indent="0" algn="l">
              <a:lnSpc>
                <a:spcPct val="100000"/>
              </a:lnSpc>
              <a:spcBef>
                <a:spcPts val="0"/>
              </a:spcBef>
              <a:spcAft>
                <a:spcPts val="0"/>
              </a:spcAft>
              <a:buNone/>
            </a:pPr>
            <a:endParaRPr lang="zh-CN" altLang="en-US" sz="1200" b="0" i="0" u="none" strike="noStrike" kern="1200" cap="none" spc="0" baseline="0">
              <a:solidFill>
                <a:srgbClr val="898989"/>
              </a:solidFill>
              <a:latin typeface="Calibri" panose="020F0502020204030204" charset="0"/>
              <a:ea typeface="SimSun" panose="02010600030101010101" pitchFamily="2" charset="-122"/>
              <a:cs typeface="Calibri" panose="020F0502020204030204" charset="0"/>
            </a:endParaRPr>
          </a:p>
        </p:txBody>
      </p:sp>
      <p:sp>
        <p:nvSpPr>
          <p:cNvPr id="10" name="文本框"/>
          <p:cNvSpPr>
            <a:spLocks noGrp="1"/>
          </p:cNvSpPr>
          <p:nvPr>
            <p:ph type="ftr"/>
          </p:nvPr>
        </p:nvSpPr>
        <p:spPr>
          <a:xfrm>
            <a:off x="4038600" y="6356349"/>
            <a:ext cx="4114800" cy="365125"/>
          </a:xfrm>
          <a:prstGeom prst="rect">
            <a:avLst/>
          </a:prstGeom>
          <a:noFill/>
          <a:ln cap="flat" cmpd="sng">
            <a:noFill/>
            <a:prstDash val="solid"/>
            <a:miter/>
          </a:ln>
        </p:spPr>
        <p:txBody>
          <a:bodyPr vert="horz" wrap="square" lIns="91440" tIns="45720" rIns="91440" bIns="45720" anchor="ctr" anchorCtr="0"/>
          <a:lstStyle/>
          <a:p>
            <a:pPr marL="0" indent="0" algn="ctr">
              <a:lnSpc>
                <a:spcPct val="100000"/>
              </a:lnSpc>
              <a:spcBef>
                <a:spcPts val="0"/>
              </a:spcBef>
              <a:spcAft>
                <a:spcPts val="0"/>
              </a:spcAft>
              <a:buNone/>
            </a:pPr>
            <a:endParaRPr lang="zh-CN" altLang="en-US" sz="1200" b="0" i="0" u="none" strike="noStrike" kern="1200" cap="none" spc="0" baseline="0">
              <a:solidFill>
                <a:srgbClr val="898989"/>
              </a:solidFill>
              <a:latin typeface="Calibri" panose="020F0502020204030204" charset="0"/>
              <a:ea typeface="SimSun" panose="02010600030101010101" pitchFamily="2" charset="-122"/>
              <a:cs typeface="Calibri" panose="020F0502020204030204" charset="0"/>
            </a:endParaRPr>
          </a:p>
        </p:txBody>
      </p:sp>
      <p:sp>
        <p:nvSpPr>
          <p:cNvPr id="11" name="文本框"/>
          <p:cNvSpPr>
            <a:spLocks noGrp="1"/>
          </p:cNvSpPr>
          <p:nvPr>
            <p:ph type="sldNum"/>
          </p:nvPr>
        </p:nvSpPr>
        <p:spPr>
          <a:xfrm>
            <a:off x="8610600" y="6356349"/>
            <a:ext cx="2743200" cy="365125"/>
          </a:xfrm>
          <a:prstGeom prst="rect">
            <a:avLst/>
          </a:prstGeom>
          <a:noFill/>
          <a:ln cap="flat" cmpd="sng">
            <a:noFill/>
            <a:prstDash val="solid"/>
            <a:miter/>
          </a:ln>
        </p:spPr>
        <p:txBody>
          <a:bodyPr vert="horz" wrap="square" lIns="91440" tIns="45720" rIns="91440" bIns="45720" anchor="ctr" anchorCtr="0"/>
          <a:lstStyle/>
          <a:p>
            <a:pPr marL="0" indent="0" algn="r">
              <a:lnSpc>
                <a:spcPct val="100000"/>
              </a:lnSpc>
              <a:spcBef>
                <a:spcPts val="0"/>
              </a:spcBef>
              <a:spcAft>
                <a:spcPts val="0"/>
              </a:spcAft>
              <a:buNone/>
            </a:pPr>
            <a:fld id="{CAD2D6BD-DE1B-4B5F-8B41-2702339687B9}" type="slidenum">
              <a:rPr lang="en-US" altLang="zh-CN" sz="1200" b="0" i="0" u="none" strike="noStrike" kern="1200" cap="none" spc="0" baseline="0">
                <a:solidFill>
                  <a:srgbClr val="898989"/>
                </a:solidFill>
                <a:latin typeface="Calibri" panose="020F0502020204030204" charset="0"/>
                <a:ea typeface="SimSun" panose="02010600030101010101" pitchFamily="2" charset="-122"/>
                <a:cs typeface="Calibri" panose="020F0502020204030204" charset="0"/>
              </a:rPr>
            </a:fld>
            <a:endParaRPr lang="zh-CN" altLang="en-US" sz="1200" b="0" i="0" u="none" strike="noStrike" kern="1200" cap="none" spc="0" baseline="0">
              <a:solidFill>
                <a:srgbClr val="898989"/>
              </a:solidFill>
              <a:latin typeface="Calibri" panose="020F0502020204030204" charset="0"/>
              <a:ea typeface="SimSun" panose="02010600030101010101" pitchFamily="2" charset="-122"/>
              <a:cs typeface="Calibri" panose="020F0502020204030204" charset="0"/>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文本框"/>
          <p:cNvSpPr>
            <a:spLocks noGrp="1"/>
          </p:cNvSpPr>
          <p:nvPr>
            <p:ph type="title"/>
          </p:nvPr>
        </p:nvSpPr>
        <p:spPr/>
        <p:txBody>
          <a:bodyPr/>
          <a:lstStyle/>
          <a:p>
            <a:r>
              <a:rPr lang="zh-CN" altLang="en-US"/>
              <a:t>单击此处编辑母版标题样式</a:t>
            </a:r>
            <a:endParaRPr lang="zh-CN" altLang="en-US"/>
          </a:p>
        </p:txBody>
      </p:sp>
      <p:sp>
        <p:nvSpPr>
          <p:cNvPr id="3" name="文本框"/>
          <p:cNvSpPr>
            <a:spLocks noGrp="1"/>
          </p:cNvSpPr>
          <p:nvPr>
            <p:ph idx="1"/>
          </p:nvPr>
        </p:nvSpPr>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框"/>
          <p:cNvSpPr>
            <a:spLocks noGrp="1"/>
          </p:cNvSpPr>
          <p:nvPr>
            <p:ph type="dt" sz="half" idx="10"/>
          </p:nvPr>
        </p:nvSpPr>
        <p:spPr/>
        <p:txBody>
          <a:bodyPr/>
          <a:lstStyle/>
          <a:p>
            <a:fld id="{72514870-5082-4025-BC8A-5E070B8EB77D}" type="datetimeFigureOut">
              <a:rPr lang="zh-CN" altLang="en-US" smtClean="0"/>
            </a:fld>
            <a:endParaRPr lang="zh-CN" altLang="en-US"/>
          </a:p>
        </p:txBody>
      </p:sp>
      <p:sp>
        <p:nvSpPr>
          <p:cNvPr id="5" name="文本框"/>
          <p:cNvSpPr>
            <a:spLocks noGrp="1"/>
          </p:cNvSpPr>
          <p:nvPr>
            <p:ph type="ftr" sz="quarter" idx="11"/>
          </p:nvPr>
        </p:nvSpPr>
        <p:spPr/>
        <p:txBody>
          <a:bodyPr/>
          <a:lstStyle/>
          <a:p>
            <a:endParaRPr lang="zh-CN" altLang="en-US"/>
          </a:p>
        </p:txBody>
      </p:sp>
      <p:sp>
        <p:nvSpPr>
          <p:cNvPr id="6" name="文本框"/>
          <p:cNvSpPr>
            <a:spLocks noGrp="1"/>
          </p:cNvSpPr>
          <p:nvPr>
            <p:ph type="sldNum" sz="quarter" idx="12"/>
          </p:nvPr>
        </p:nvSpPr>
        <p:spPr/>
        <p:txBody>
          <a:bodyPr/>
          <a:lstStyle/>
          <a:p>
            <a:fld id="{3E00D155-3BB6-43CF-9AC4-BC63A66E74A9}"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文本框"/>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endParaRPr lang="zh-CN" altLang="en-US"/>
          </a:p>
        </p:txBody>
      </p:sp>
      <p:sp>
        <p:nvSpPr>
          <p:cNvPr id="3" name="文本框"/>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endParaRPr lang="zh-CN" altLang="en-US"/>
          </a:p>
        </p:txBody>
      </p:sp>
      <p:sp>
        <p:nvSpPr>
          <p:cNvPr id="4" name="文本框"/>
          <p:cNvSpPr>
            <a:spLocks noGrp="1"/>
          </p:cNvSpPr>
          <p:nvPr>
            <p:ph type="dt" sz="half" idx="10"/>
          </p:nvPr>
        </p:nvSpPr>
        <p:spPr/>
        <p:txBody>
          <a:bodyPr/>
          <a:lstStyle/>
          <a:p>
            <a:fld id="{72514870-5082-4025-BC8A-5E070B8EB77D}" type="datetimeFigureOut">
              <a:rPr lang="zh-CN" altLang="en-US" smtClean="0"/>
            </a:fld>
            <a:endParaRPr lang="zh-CN" altLang="en-US"/>
          </a:p>
        </p:txBody>
      </p:sp>
      <p:sp>
        <p:nvSpPr>
          <p:cNvPr id="5" name="文本框"/>
          <p:cNvSpPr>
            <a:spLocks noGrp="1"/>
          </p:cNvSpPr>
          <p:nvPr>
            <p:ph type="ftr" sz="quarter" idx="11"/>
          </p:nvPr>
        </p:nvSpPr>
        <p:spPr/>
        <p:txBody>
          <a:bodyPr/>
          <a:lstStyle/>
          <a:p>
            <a:endParaRPr lang="zh-CN" altLang="en-US"/>
          </a:p>
        </p:txBody>
      </p:sp>
      <p:sp>
        <p:nvSpPr>
          <p:cNvPr id="6" name="文本框"/>
          <p:cNvSpPr>
            <a:spLocks noGrp="1"/>
          </p:cNvSpPr>
          <p:nvPr>
            <p:ph type="sldNum" sz="quarter" idx="12"/>
          </p:nvPr>
        </p:nvSpPr>
        <p:spPr/>
        <p:txBody>
          <a:bodyPr/>
          <a:lstStyle/>
          <a:p>
            <a:fld id="{3E00D155-3BB6-43CF-9AC4-BC63A66E74A9}"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文本框"/>
          <p:cNvSpPr>
            <a:spLocks noGrp="1"/>
          </p:cNvSpPr>
          <p:nvPr>
            <p:ph type="title"/>
          </p:nvPr>
        </p:nvSpPr>
        <p:spPr/>
        <p:txBody>
          <a:bodyPr/>
          <a:lstStyle/>
          <a:p>
            <a:r>
              <a:rPr lang="zh-CN" altLang="en-US"/>
              <a:t>单击此处编辑母版标题样式</a:t>
            </a:r>
            <a:endParaRPr lang="zh-CN" altLang="en-US"/>
          </a:p>
        </p:txBody>
      </p:sp>
      <p:sp>
        <p:nvSpPr>
          <p:cNvPr id="3" name="文本框"/>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框"/>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框"/>
          <p:cNvSpPr>
            <a:spLocks noGrp="1"/>
          </p:cNvSpPr>
          <p:nvPr>
            <p:ph type="dt" sz="half" idx="10"/>
          </p:nvPr>
        </p:nvSpPr>
        <p:spPr/>
        <p:txBody>
          <a:bodyPr/>
          <a:lstStyle/>
          <a:p>
            <a:fld id="{72514870-5082-4025-BC8A-5E070B8EB77D}" type="datetimeFigureOut">
              <a:rPr lang="zh-CN" altLang="en-US" smtClean="0"/>
            </a:fld>
            <a:endParaRPr lang="zh-CN" altLang="en-US"/>
          </a:p>
        </p:txBody>
      </p:sp>
      <p:sp>
        <p:nvSpPr>
          <p:cNvPr id="6" name="文本框"/>
          <p:cNvSpPr>
            <a:spLocks noGrp="1"/>
          </p:cNvSpPr>
          <p:nvPr>
            <p:ph type="ftr" sz="quarter" idx="11"/>
          </p:nvPr>
        </p:nvSpPr>
        <p:spPr/>
        <p:txBody>
          <a:bodyPr/>
          <a:lstStyle/>
          <a:p>
            <a:endParaRPr lang="zh-CN" altLang="en-US"/>
          </a:p>
        </p:txBody>
      </p:sp>
      <p:sp>
        <p:nvSpPr>
          <p:cNvPr id="7" name="文本框"/>
          <p:cNvSpPr>
            <a:spLocks noGrp="1"/>
          </p:cNvSpPr>
          <p:nvPr>
            <p:ph type="sldNum" sz="quarter" idx="12"/>
          </p:nvPr>
        </p:nvSpPr>
        <p:spPr/>
        <p:txBody>
          <a:bodyPr/>
          <a:lstStyle/>
          <a:p>
            <a:fld id="{3E00D155-3BB6-43CF-9AC4-BC63A66E74A9}"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文本框"/>
          <p:cNvSpPr>
            <a:spLocks noGrp="1"/>
          </p:cNvSpPr>
          <p:nvPr>
            <p:ph type="title"/>
          </p:nvPr>
        </p:nvSpPr>
        <p:spPr/>
        <p:txBody>
          <a:bodyPr/>
          <a:lstStyle>
            <a:lvl1pPr>
              <a:defRPr/>
            </a:lvl1pPr>
          </a:lstStyle>
          <a:p>
            <a:r>
              <a:rPr lang="zh-CN" altLang="en-US"/>
              <a:t>单击此处编辑母版标题样式</a:t>
            </a:r>
            <a:endParaRPr lang="zh-CN" altLang="en-US"/>
          </a:p>
        </p:txBody>
      </p:sp>
      <p:sp>
        <p:nvSpPr>
          <p:cNvPr id="3" name="文本框"/>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文本框"/>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框"/>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文本框"/>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文本框"/>
          <p:cNvSpPr>
            <a:spLocks noGrp="1"/>
          </p:cNvSpPr>
          <p:nvPr>
            <p:ph type="dt" sz="half" idx="10"/>
          </p:nvPr>
        </p:nvSpPr>
        <p:spPr/>
        <p:txBody>
          <a:bodyPr/>
          <a:lstStyle/>
          <a:p>
            <a:fld id="{72514870-5082-4025-BC8A-5E070B8EB77D}" type="datetimeFigureOut">
              <a:rPr lang="zh-CN" altLang="en-US" smtClean="0"/>
            </a:fld>
            <a:endParaRPr lang="zh-CN" altLang="en-US"/>
          </a:p>
        </p:txBody>
      </p:sp>
      <p:sp>
        <p:nvSpPr>
          <p:cNvPr id="8" name="文本框"/>
          <p:cNvSpPr>
            <a:spLocks noGrp="1"/>
          </p:cNvSpPr>
          <p:nvPr>
            <p:ph type="ftr" sz="quarter" idx="11"/>
          </p:nvPr>
        </p:nvSpPr>
        <p:spPr/>
        <p:txBody>
          <a:bodyPr/>
          <a:lstStyle/>
          <a:p>
            <a:endParaRPr lang="zh-CN" altLang="en-US"/>
          </a:p>
        </p:txBody>
      </p:sp>
      <p:sp>
        <p:nvSpPr>
          <p:cNvPr id="9" name="文本框"/>
          <p:cNvSpPr>
            <a:spLocks noGrp="1"/>
          </p:cNvSpPr>
          <p:nvPr>
            <p:ph type="sldNum" sz="quarter" idx="12"/>
          </p:nvPr>
        </p:nvSpPr>
        <p:spPr/>
        <p:txBody>
          <a:bodyPr/>
          <a:lstStyle/>
          <a:p>
            <a:fld id="{3E00D155-3BB6-43CF-9AC4-BC63A66E74A9}"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文本框"/>
          <p:cNvSpPr>
            <a:spLocks noGrp="1"/>
          </p:cNvSpPr>
          <p:nvPr>
            <p:ph type="title"/>
          </p:nvPr>
        </p:nvSpPr>
        <p:spPr/>
        <p:txBody>
          <a:bodyPr/>
          <a:lstStyle/>
          <a:p>
            <a:r>
              <a:rPr lang="zh-CN" altLang="en-US"/>
              <a:t>单击此处编辑母版标题样式</a:t>
            </a:r>
            <a:endParaRPr lang="zh-CN" altLang="en-US"/>
          </a:p>
        </p:txBody>
      </p:sp>
      <p:sp>
        <p:nvSpPr>
          <p:cNvPr id="3" name="文本框"/>
          <p:cNvSpPr>
            <a:spLocks noGrp="1"/>
          </p:cNvSpPr>
          <p:nvPr>
            <p:ph type="dt" sz="half" idx="10"/>
          </p:nvPr>
        </p:nvSpPr>
        <p:spPr/>
        <p:txBody>
          <a:bodyPr/>
          <a:lstStyle/>
          <a:p>
            <a:fld id="{72514870-5082-4025-BC8A-5E070B8EB77D}" type="datetimeFigureOut">
              <a:rPr lang="zh-CN" altLang="en-US" smtClean="0"/>
            </a:fld>
            <a:endParaRPr lang="zh-CN" altLang="en-US"/>
          </a:p>
        </p:txBody>
      </p:sp>
      <p:sp>
        <p:nvSpPr>
          <p:cNvPr id="4" name="文本框"/>
          <p:cNvSpPr>
            <a:spLocks noGrp="1"/>
          </p:cNvSpPr>
          <p:nvPr>
            <p:ph type="ftr" sz="quarter" idx="11"/>
          </p:nvPr>
        </p:nvSpPr>
        <p:spPr/>
        <p:txBody>
          <a:bodyPr/>
          <a:lstStyle/>
          <a:p>
            <a:endParaRPr lang="zh-CN" altLang="en-US"/>
          </a:p>
        </p:txBody>
      </p:sp>
      <p:sp>
        <p:nvSpPr>
          <p:cNvPr id="5" name="文本框"/>
          <p:cNvSpPr>
            <a:spLocks noGrp="1"/>
          </p:cNvSpPr>
          <p:nvPr>
            <p:ph type="sldNum" sz="quarter" idx="12"/>
          </p:nvPr>
        </p:nvSpPr>
        <p:spPr/>
        <p:txBody>
          <a:bodyPr/>
          <a:lstStyle/>
          <a:p>
            <a:fld id="{3E00D155-3BB6-43CF-9AC4-BC63A66E74A9}"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文本框"/>
          <p:cNvSpPr>
            <a:spLocks noGrp="1"/>
          </p:cNvSpPr>
          <p:nvPr>
            <p:ph type="dt" sz="half" idx="10"/>
          </p:nvPr>
        </p:nvSpPr>
        <p:spPr/>
        <p:txBody>
          <a:bodyPr/>
          <a:lstStyle/>
          <a:p>
            <a:fld id="{72514870-5082-4025-BC8A-5E070B8EB77D}" type="datetimeFigureOut">
              <a:rPr lang="zh-CN" altLang="en-US" smtClean="0"/>
            </a:fld>
            <a:endParaRPr lang="zh-CN" altLang="en-US"/>
          </a:p>
        </p:txBody>
      </p:sp>
      <p:sp>
        <p:nvSpPr>
          <p:cNvPr id="3" name="文本框"/>
          <p:cNvSpPr>
            <a:spLocks noGrp="1"/>
          </p:cNvSpPr>
          <p:nvPr>
            <p:ph type="ftr" sz="quarter" idx="11"/>
          </p:nvPr>
        </p:nvSpPr>
        <p:spPr/>
        <p:txBody>
          <a:bodyPr/>
          <a:lstStyle/>
          <a:p>
            <a:endParaRPr lang="zh-CN" altLang="en-US"/>
          </a:p>
        </p:txBody>
      </p:sp>
      <p:sp>
        <p:nvSpPr>
          <p:cNvPr id="4" name="文本框"/>
          <p:cNvSpPr>
            <a:spLocks noGrp="1"/>
          </p:cNvSpPr>
          <p:nvPr>
            <p:ph type="sldNum" sz="quarter" idx="12"/>
          </p:nvPr>
        </p:nvSpPr>
        <p:spPr/>
        <p:txBody>
          <a:bodyPr/>
          <a:lstStyle/>
          <a:p>
            <a:fld id="{3E00D155-3BB6-43CF-9AC4-BC63A66E74A9}"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文本框"/>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endParaRPr lang="zh-CN" altLang="en-US"/>
          </a:p>
        </p:txBody>
      </p:sp>
      <p:sp>
        <p:nvSpPr>
          <p:cNvPr id="3" name="文本框"/>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框"/>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
        <p:nvSpPr>
          <p:cNvPr id="5" name="文本框"/>
          <p:cNvSpPr>
            <a:spLocks noGrp="1"/>
          </p:cNvSpPr>
          <p:nvPr>
            <p:ph type="dt" sz="half" idx="10"/>
          </p:nvPr>
        </p:nvSpPr>
        <p:spPr/>
        <p:txBody>
          <a:bodyPr/>
          <a:lstStyle/>
          <a:p>
            <a:fld id="{72514870-5082-4025-BC8A-5E070B8EB77D}" type="datetimeFigureOut">
              <a:rPr lang="zh-CN" altLang="en-US" smtClean="0"/>
            </a:fld>
            <a:endParaRPr lang="zh-CN" altLang="en-US"/>
          </a:p>
        </p:txBody>
      </p:sp>
      <p:sp>
        <p:nvSpPr>
          <p:cNvPr id="6" name="文本框"/>
          <p:cNvSpPr>
            <a:spLocks noGrp="1"/>
          </p:cNvSpPr>
          <p:nvPr>
            <p:ph type="ftr" sz="quarter" idx="11"/>
          </p:nvPr>
        </p:nvSpPr>
        <p:spPr/>
        <p:txBody>
          <a:bodyPr/>
          <a:lstStyle/>
          <a:p>
            <a:endParaRPr lang="zh-CN" altLang="en-US"/>
          </a:p>
        </p:txBody>
      </p:sp>
      <p:sp>
        <p:nvSpPr>
          <p:cNvPr id="7" name="文本框"/>
          <p:cNvSpPr>
            <a:spLocks noGrp="1"/>
          </p:cNvSpPr>
          <p:nvPr>
            <p:ph type="sldNum" sz="quarter" idx="12"/>
          </p:nvPr>
        </p:nvSpPr>
        <p:spPr/>
        <p:txBody>
          <a:bodyPr/>
          <a:lstStyle/>
          <a:p>
            <a:fld id="{3E00D155-3BB6-43CF-9AC4-BC63A66E74A9}" type="slidenum">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文本框"/>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endParaRPr lang="zh-CN" altLang="en-US"/>
          </a:p>
        </p:txBody>
      </p:sp>
      <p:sp>
        <p:nvSpPr>
          <p:cNvPr id="3" name="文本框"/>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框"/>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
        <p:nvSpPr>
          <p:cNvPr id="5" name="文本框"/>
          <p:cNvSpPr>
            <a:spLocks noGrp="1"/>
          </p:cNvSpPr>
          <p:nvPr>
            <p:ph type="dt" sz="half" idx="10"/>
          </p:nvPr>
        </p:nvSpPr>
        <p:spPr/>
        <p:txBody>
          <a:bodyPr/>
          <a:lstStyle/>
          <a:p>
            <a:fld id="{72514870-5082-4025-BC8A-5E070B8EB77D}" type="datetimeFigureOut">
              <a:rPr lang="zh-CN" altLang="en-US" smtClean="0"/>
            </a:fld>
            <a:endParaRPr lang="zh-CN" altLang="en-US"/>
          </a:p>
        </p:txBody>
      </p:sp>
      <p:sp>
        <p:nvSpPr>
          <p:cNvPr id="6" name="文本框"/>
          <p:cNvSpPr>
            <a:spLocks noGrp="1"/>
          </p:cNvSpPr>
          <p:nvPr>
            <p:ph type="ftr" sz="quarter" idx="11"/>
          </p:nvPr>
        </p:nvSpPr>
        <p:spPr/>
        <p:txBody>
          <a:bodyPr/>
          <a:lstStyle/>
          <a:p>
            <a:endParaRPr lang="zh-CN" altLang="en-US"/>
          </a:p>
        </p:txBody>
      </p:sp>
      <p:sp>
        <p:nvSpPr>
          <p:cNvPr id="7" name="文本框"/>
          <p:cNvSpPr>
            <a:spLocks noGrp="1"/>
          </p:cNvSpPr>
          <p:nvPr>
            <p:ph type="sldNum" sz="quarter" idx="12"/>
          </p:nvPr>
        </p:nvSpPr>
        <p:spPr/>
        <p:txBody>
          <a:bodyPr/>
          <a:lstStyle/>
          <a:p>
            <a:fld id="{3E00D155-3BB6-43CF-9AC4-BC63A66E74A9}"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本">
    <p:spTree>
      <p:nvGrpSpPr>
        <p:cNvPr id="1" name=""/>
        <p:cNvGrpSpPr/>
        <p:nvPr/>
      </p:nvGrpSpPr>
      <p:grpSpPr>
        <a:xfrm>
          <a:off x="0" y="0"/>
          <a:ext cx="0" cy="0"/>
          <a:chOff x="0" y="0"/>
          <a:chExt cx="0" cy="0"/>
        </a:xfrm>
      </p:grpSpPr>
      <p:sp>
        <p:nvSpPr>
          <p:cNvPr id="2" name="文本框"/>
          <p:cNvSpPr>
            <a:spLocks noGrp="1"/>
          </p:cNvSpPr>
          <p:nvPr>
            <p:ph type="title"/>
          </p:nvPr>
        </p:nvSpPr>
        <p:spPr/>
        <p:txBody>
          <a:bodyPr/>
          <a:lstStyle/>
          <a:p>
            <a:r>
              <a:rPr lang="zh-CN" altLang="en-US"/>
              <a:t>单击此处编辑母版标题样式</a:t>
            </a:r>
            <a:endParaRPr lang="zh-CN" altLang="en-US"/>
          </a:p>
        </p:txBody>
      </p:sp>
      <p:sp>
        <p:nvSpPr>
          <p:cNvPr id="3" name="文本框"/>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框"/>
          <p:cNvSpPr>
            <a:spLocks noGrp="1"/>
          </p:cNvSpPr>
          <p:nvPr>
            <p:ph type="dt" sz="half" idx="10"/>
          </p:nvPr>
        </p:nvSpPr>
        <p:spPr/>
        <p:txBody>
          <a:bodyPr/>
          <a:lstStyle/>
          <a:p>
            <a:fld id="{72514870-5082-4025-BC8A-5E070B8EB77D}" type="datetimeFigureOut">
              <a:rPr lang="zh-CN" altLang="en-US" smtClean="0"/>
            </a:fld>
            <a:endParaRPr lang="zh-CN" altLang="en-US"/>
          </a:p>
        </p:txBody>
      </p:sp>
      <p:sp>
        <p:nvSpPr>
          <p:cNvPr id="5" name="文本框"/>
          <p:cNvSpPr>
            <a:spLocks noGrp="1"/>
          </p:cNvSpPr>
          <p:nvPr>
            <p:ph type="ftr" sz="quarter" idx="11"/>
          </p:nvPr>
        </p:nvSpPr>
        <p:spPr/>
        <p:txBody>
          <a:bodyPr/>
          <a:lstStyle/>
          <a:p>
            <a:endParaRPr lang="zh-CN" altLang="en-US"/>
          </a:p>
        </p:txBody>
      </p:sp>
      <p:sp>
        <p:nvSpPr>
          <p:cNvPr id="6" name="文本框"/>
          <p:cNvSpPr>
            <a:spLocks noGrp="1"/>
          </p:cNvSpPr>
          <p:nvPr>
            <p:ph type="sldNum" sz="quarter" idx="12"/>
          </p:nvPr>
        </p:nvSpPr>
        <p:spPr/>
        <p:txBody>
          <a:bodyPr/>
          <a:lstStyle/>
          <a:p>
            <a:fld id="{3E00D155-3BB6-43CF-9AC4-BC63A66E74A9}" type="slidenum">
              <a:rPr lang="zh-CN" altLang="en-US" smtClean="0"/>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文本框"/>
          <p:cNvSpPr>
            <a:spLocks noGrp="1"/>
          </p:cNvSpPr>
          <p:nvPr>
            <p:ph type="title" orient="vert"/>
          </p:nvPr>
        </p:nvSpPr>
        <p:spPr>
          <a:xfrm>
            <a:off x="6629400" y="274638"/>
            <a:ext cx="2057400" cy="5851525"/>
          </a:xfrm>
        </p:spPr>
        <p:txBody>
          <a:bodyPr vert="eaVert"/>
          <a:lstStyle/>
          <a:p>
            <a:r>
              <a:rPr lang="zh-CN" altLang="en-US"/>
              <a:t>单击此处编辑母版标题样式</a:t>
            </a:r>
            <a:endParaRPr lang="zh-CN" altLang="en-US"/>
          </a:p>
        </p:txBody>
      </p:sp>
      <p:sp>
        <p:nvSpPr>
          <p:cNvPr id="3" name="文本框"/>
          <p:cNvSpPr>
            <a:spLocks noGrp="1"/>
          </p:cNvSpPr>
          <p:nvPr>
            <p:ph type="body" orient="vert" idx="1"/>
          </p:nvPr>
        </p:nvSpPr>
        <p:spPr>
          <a:xfrm>
            <a:off x="457200" y="274638"/>
            <a:ext cx="6019800" cy="5851525"/>
          </a:xfr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框"/>
          <p:cNvSpPr>
            <a:spLocks noGrp="1"/>
          </p:cNvSpPr>
          <p:nvPr>
            <p:ph type="dt" sz="half" idx="10"/>
          </p:nvPr>
        </p:nvSpPr>
        <p:spPr/>
        <p:txBody>
          <a:bodyPr/>
          <a:lstStyle/>
          <a:p>
            <a:fld id="{72514870-5082-4025-BC8A-5E070B8EB77D}" type="datetimeFigureOut">
              <a:rPr lang="zh-CN" altLang="en-US" smtClean="0"/>
            </a:fld>
            <a:endParaRPr lang="zh-CN" altLang="en-US"/>
          </a:p>
        </p:txBody>
      </p:sp>
      <p:sp>
        <p:nvSpPr>
          <p:cNvPr id="5" name="文本框"/>
          <p:cNvSpPr>
            <a:spLocks noGrp="1"/>
          </p:cNvSpPr>
          <p:nvPr>
            <p:ph type="ftr" sz="quarter" idx="11"/>
          </p:nvPr>
        </p:nvSpPr>
        <p:spPr/>
        <p:txBody>
          <a:bodyPr/>
          <a:lstStyle/>
          <a:p>
            <a:endParaRPr lang="zh-CN" altLang="en-US"/>
          </a:p>
        </p:txBody>
      </p:sp>
      <p:sp>
        <p:nvSpPr>
          <p:cNvPr id="6" name="文本框"/>
          <p:cNvSpPr>
            <a:spLocks noGrp="1"/>
          </p:cNvSpPr>
          <p:nvPr>
            <p:ph type="sldNum" sz="quarter" idx="12"/>
          </p:nvPr>
        </p:nvSpPr>
        <p:spPr/>
        <p:txBody>
          <a:bodyPr/>
          <a:lstStyle/>
          <a:p>
            <a:fld id="{3E00D155-3BB6-43CF-9AC4-BC63A66E74A9}" type="slidenum">
              <a:rPr lang="zh-CN" altLang="en-US" smtClean="0"/>
            </a:fld>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showMasterSp="0">
  <p:cSld name="自定义版式">
    <p:bg>
      <p:bgPr>
        <a:solidFill>
          <a:schemeClr val="bg1"/>
        </a:solidFill>
        <a:effectLst/>
      </p:bgPr>
    </p:bg>
    <p:spTree>
      <p:nvGrpSpPr>
        <p:cNvPr id="1" name=""/>
        <p:cNvGrpSpPr/>
        <p:nvPr/>
      </p:nvGrpSpPr>
      <p:grpSpPr>
        <a:xfrm>
          <a:off x="0" y="0"/>
          <a:ext cx="0" cy="0"/>
          <a:chOff x="0" y="0"/>
          <a:chExt cx="0" cy="0"/>
        </a:xfrm>
      </p:grpSpPr>
      <p:sp>
        <p:nvSpPr>
          <p:cNvPr id="19" name="文本框"/>
          <p:cNvSpPr>
            <a:spLocks noGrp="1"/>
          </p:cNvSpPr>
          <p:nvPr>
            <p:ph type="title"/>
          </p:nvPr>
        </p:nvSpPr>
        <p:spPr>
          <a:xfrm>
            <a:off x="838200" y="365124"/>
            <a:ext cx="10515600" cy="1325562"/>
          </a:xfrm>
          <a:prstGeom prst="rect">
            <a:avLst/>
          </a:prstGeom>
          <a:noFill/>
          <a:ln w="12700" cap="flat" cmpd="sng">
            <a:noFill/>
            <a:prstDash val="solid"/>
            <a:miter/>
          </a:ln>
        </p:spPr>
        <p:txBody>
          <a:bodyPr vert="horz" wrap="square" lIns="91440" tIns="45720" rIns="91440" bIns="45720" anchor="ctr" anchorCtr="0"/>
          <a:lstStyle/>
          <a:p>
            <a:r>
              <a:rPr lang="en-US" altLang="zh-CN"/>
              <a:t>Click to edit Master title style</a:t>
            </a:r>
            <a:endParaRPr lang="zh-CN" altLang="en-US"/>
          </a:p>
        </p:txBody>
      </p:sp>
      <p:sp>
        <p:nvSpPr>
          <p:cNvPr id="20" name="文本框"/>
          <p:cNvSpPr>
            <a:spLocks noGrp="1"/>
          </p:cNvSpPr>
          <p:nvPr>
            <p:ph type="body" idx="1"/>
          </p:nvPr>
        </p:nvSpPr>
        <p:spPr>
          <a:xfrm>
            <a:off x="838200" y="1825625"/>
            <a:ext cx="10515600" cy="4351338"/>
          </a:xfrm>
          <a:prstGeom prst="rect">
            <a:avLst/>
          </a:prstGeom>
          <a:noFill/>
          <a:ln w="12700" cap="flat" cmpd="sng">
            <a:noFill/>
            <a:prstDash val="solid"/>
            <a:miter/>
          </a:ln>
        </p:spPr>
        <p:txBody>
          <a:bodyPr vert="horz" wrap="square" lIns="91440" tIns="45720" rIns="91440" bIns="45720" anchor="t" anchorCtr="0"/>
          <a:lstStyle/>
          <a:p>
            <a:r>
              <a:rPr lang="en-US" altLang="zh-CN"/>
              <a:t>Click to edit Master text styles</a:t>
            </a:r>
            <a:endParaRPr lang="en-US" altLang="zh-CN"/>
          </a:p>
          <a:p>
            <a:pPr lvl="1"/>
            <a:r>
              <a:rPr lang="en-US" altLang="zh-CN"/>
              <a:t>Second level</a:t>
            </a:r>
            <a:endParaRPr lang="en-US" altLang="zh-CN"/>
          </a:p>
          <a:p>
            <a:pPr lvl="2"/>
            <a:r>
              <a:rPr lang="en-US" altLang="zh-CN"/>
              <a:t>Third level</a:t>
            </a:r>
            <a:endParaRPr lang="en-US" altLang="zh-CN"/>
          </a:p>
          <a:p>
            <a:pPr lvl="3"/>
            <a:r>
              <a:rPr lang="en-US" altLang="zh-CN"/>
              <a:t>Fourth level</a:t>
            </a:r>
            <a:endParaRPr lang="en-US" altLang="zh-CN"/>
          </a:p>
          <a:p>
            <a:pPr lvl="4"/>
            <a:r>
              <a:rPr lang="en-US" altLang="zh-CN"/>
              <a:t>Fifth level</a:t>
            </a:r>
            <a:endParaRPr lang="zh-CN" altLang="en-US"/>
          </a:p>
        </p:txBody>
      </p:sp>
      <p:sp>
        <p:nvSpPr>
          <p:cNvPr id="21" name="文本框"/>
          <p:cNvSpPr>
            <a:spLocks noGrp="1"/>
          </p:cNvSpPr>
          <p:nvPr>
            <p:ph type="dt" idx="10"/>
          </p:nvPr>
        </p:nvSpPr>
        <p:spPr>
          <a:xfrm>
            <a:off x="838200" y="6356349"/>
            <a:ext cx="2743200" cy="365125"/>
          </a:xfrm>
          <a:prstGeom prst="rect">
            <a:avLst/>
          </a:prstGeom>
          <a:noFill/>
          <a:ln cap="flat" cmpd="sng">
            <a:noFill/>
            <a:prstDash val="solid"/>
            <a:miter/>
          </a:ln>
        </p:spPr>
        <p:txBody>
          <a:bodyPr vert="horz" wrap="square" lIns="91440" tIns="45720" rIns="91440" bIns="45720" anchor="ctr" anchorCtr="0"/>
          <a:lstStyle/>
          <a:p>
            <a:pPr algn="l"/>
            <a:endParaRPr lang="zh-CN" altLang="en-US" sz="1200">
              <a:solidFill>
                <a:srgbClr val="898989"/>
              </a:solidFill>
              <a:latin typeface="Calibri" panose="020F0502020204030204" charset="0"/>
              <a:ea typeface="SimSun" panose="02010600030101010101" pitchFamily="2" charset="-122"/>
              <a:cs typeface="Calibri" panose="020F0502020204030204" charset="0"/>
            </a:endParaRPr>
          </a:p>
        </p:txBody>
      </p:sp>
      <p:sp>
        <p:nvSpPr>
          <p:cNvPr id="22" name="文本框"/>
          <p:cNvSpPr>
            <a:spLocks noGrp="1"/>
          </p:cNvSpPr>
          <p:nvPr>
            <p:ph type="ftr"/>
          </p:nvPr>
        </p:nvSpPr>
        <p:spPr>
          <a:xfrm>
            <a:off x="4038600" y="6356349"/>
            <a:ext cx="4114800" cy="365125"/>
          </a:xfrm>
          <a:prstGeom prst="rect">
            <a:avLst/>
          </a:prstGeom>
          <a:noFill/>
          <a:ln cap="flat" cmpd="sng">
            <a:noFill/>
            <a:prstDash val="solid"/>
            <a:miter/>
          </a:ln>
        </p:spPr>
        <p:txBody>
          <a:bodyPr vert="horz" wrap="square" lIns="91440" tIns="45720" rIns="91440" bIns="45720" anchor="ctr" anchorCtr="0"/>
          <a:lstStyle/>
          <a:p>
            <a:pPr algn="ctr"/>
            <a:endParaRPr lang="zh-CN" altLang="en-US" sz="1200">
              <a:solidFill>
                <a:srgbClr val="898989"/>
              </a:solidFill>
              <a:latin typeface="Calibri" panose="020F0502020204030204" charset="0"/>
              <a:ea typeface="SimSun" panose="02010600030101010101" pitchFamily="2" charset="-122"/>
              <a:cs typeface="Calibri" panose="020F0502020204030204" charset="0"/>
            </a:endParaRPr>
          </a:p>
        </p:txBody>
      </p:sp>
      <p:sp>
        <p:nvSpPr>
          <p:cNvPr id="23" name="文本框"/>
          <p:cNvSpPr>
            <a:spLocks noGrp="1"/>
          </p:cNvSpPr>
          <p:nvPr>
            <p:ph type="sldNum"/>
          </p:nvPr>
        </p:nvSpPr>
        <p:spPr>
          <a:xfrm>
            <a:off x="8610600" y="6356349"/>
            <a:ext cx="2743200" cy="365125"/>
          </a:xfrm>
          <a:prstGeom prst="rect">
            <a:avLst/>
          </a:prstGeom>
          <a:noFill/>
          <a:ln cap="flat" cmpd="sng">
            <a:noFill/>
            <a:prstDash val="solid"/>
            <a:miter/>
          </a:ln>
        </p:spPr>
        <p:txBody>
          <a:bodyPr vert="horz" wrap="square" lIns="91440" tIns="45720" rIns="91440" bIns="45720" anchor="ctr" anchorCtr="0"/>
          <a:lstStyle/>
          <a:p>
            <a:pPr algn="r"/>
            <a:fld id="{CAD2D6BD-DE1B-4B5F-8B41-2702339687B9}" type="slidenum">
              <a:rPr lang="en-US" altLang="zh-CN" sz="1200" b="0" i="0" u="none" strike="noStrike" kern="1200" cap="none" spc="0" baseline="0">
                <a:solidFill>
                  <a:srgbClr val="898989"/>
                </a:solidFill>
                <a:latin typeface="Calibri" panose="020F0502020204030204" charset="0"/>
                <a:ea typeface="SimSun" panose="02010600030101010101" pitchFamily="2" charset="-122"/>
                <a:cs typeface="Calibri" panose="020F0502020204030204" charset="0"/>
              </a:rPr>
            </a:fld>
            <a:endParaRPr lang="zh-CN" altLang="en-US" sz="1200">
              <a:solidFill>
                <a:srgbClr val="898989"/>
              </a:solidFill>
              <a:latin typeface="Calibri" panose="020F0502020204030204" charset="0"/>
              <a:ea typeface="SimSun" panose="02010600030101010101" pitchFamily="2" charset="-122"/>
              <a:cs typeface="Calibri" panose="020F0502020204030204" charset="0"/>
            </a:endParaRPr>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文本框"/>
          <p:cNvSpPr>
            <a:spLocks noGrp="1"/>
          </p:cNvSpPr>
          <p:nvPr>
            <p:ph type="title"/>
          </p:nvPr>
        </p:nvSpPr>
        <p:spPr>
          <a:xfrm>
            <a:off x="838200" y="365124"/>
            <a:ext cx="10515600" cy="1325562"/>
          </a:xfrm>
          <a:prstGeom prst="rect">
            <a:avLst/>
          </a:prstGeom>
          <a:noFill/>
          <a:ln w="12700" cap="flat" cmpd="sng">
            <a:noFill/>
            <a:prstDash val="solid"/>
            <a:miter/>
          </a:ln>
        </p:spPr>
        <p:txBody>
          <a:bodyPr vert="horz" wrap="square" lIns="91440" tIns="45720" rIns="91440" bIns="45720" anchor="ctr" anchorCtr="0"/>
          <a:lstStyle/>
          <a:p>
            <a:r>
              <a:rPr lang="en-US" altLang="zh-CN"/>
              <a:t>Click to edit Master title style</a:t>
            </a:r>
            <a:endParaRPr lang="zh-CN" altLang="en-US"/>
          </a:p>
        </p:txBody>
      </p:sp>
      <p:sp>
        <p:nvSpPr>
          <p:cNvPr id="3" name="文本框"/>
          <p:cNvSpPr>
            <a:spLocks noGrp="1"/>
          </p:cNvSpPr>
          <p:nvPr>
            <p:ph type="body" idx="1"/>
          </p:nvPr>
        </p:nvSpPr>
        <p:spPr>
          <a:xfrm>
            <a:off x="838200" y="1825625"/>
            <a:ext cx="10515600" cy="4351338"/>
          </a:xfrm>
          <a:prstGeom prst="rect">
            <a:avLst/>
          </a:prstGeom>
          <a:noFill/>
          <a:ln w="12700" cap="flat" cmpd="sng">
            <a:noFill/>
            <a:prstDash val="solid"/>
            <a:miter/>
          </a:ln>
        </p:spPr>
        <p:txBody>
          <a:bodyPr vert="horz" wrap="square" lIns="91440" tIns="45720" rIns="91440" bIns="45720" anchor="t" anchorCtr="0"/>
          <a:lstStyle/>
          <a:p>
            <a:r>
              <a:rPr lang="en-US" altLang="zh-CN"/>
              <a:t>Click to edit Master text styles</a:t>
            </a:r>
            <a:endParaRPr lang="en-US" altLang="zh-CN"/>
          </a:p>
          <a:p>
            <a:pPr lvl="1"/>
            <a:r>
              <a:rPr lang="en-US" altLang="zh-CN"/>
              <a:t>Second level</a:t>
            </a:r>
            <a:endParaRPr lang="en-US" altLang="zh-CN"/>
          </a:p>
          <a:p>
            <a:pPr lvl="2"/>
            <a:r>
              <a:rPr lang="en-US" altLang="zh-CN"/>
              <a:t>Third level</a:t>
            </a:r>
            <a:endParaRPr lang="en-US" altLang="zh-CN"/>
          </a:p>
          <a:p>
            <a:pPr lvl="3"/>
            <a:r>
              <a:rPr lang="en-US" altLang="zh-CN"/>
              <a:t>Fourth level</a:t>
            </a:r>
            <a:endParaRPr lang="en-US" altLang="zh-CN"/>
          </a:p>
          <a:p>
            <a:pPr lvl="4"/>
            <a:r>
              <a:rPr lang="en-US" altLang="zh-CN"/>
              <a:t>Fifth level</a:t>
            </a:r>
            <a:endParaRPr lang="zh-CN" altLang="en-US"/>
          </a:p>
        </p:txBody>
      </p:sp>
      <p:sp>
        <p:nvSpPr>
          <p:cNvPr id="4" name="文本框"/>
          <p:cNvSpPr>
            <a:spLocks noGrp="1"/>
          </p:cNvSpPr>
          <p:nvPr>
            <p:ph type="dt" idx="2"/>
          </p:nvPr>
        </p:nvSpPr>
        <p:spPr>
          <a:xfrm>
            <a:off x="838200" y="6356349"/>
            <a:ext cx="2743200" cy="365125"/>
          </a:xfrm>
          <a:prstGeom prst="rect">
            <a:avLst/>
          </a:prstGeom>
          <a:noFill/>
          <a:ln w="12700" cap="flat" cmpd="sng">
            <a:noFill/>
            <a:prstDash val="solid"/>
            <a:miter/>
          </a:ln>
        </p:spPr>
        <p:txBody>
          <a:bodyPr vert="horz" wrap="square" lIns="91440" tIns="45720" rIns="91440" bIns="45720" anchor="ctr" anchorCtr="0"/>
          <a:lstStyle/>
          <a:p>
            <a:pPr algn="l"/>
            <a:fld id="{CAD2D6BD-DE1B-4B5F-8B41-2702339687B9}" type="datetime1">
              <a:rPr lang="en-US" altLang="zh-CN" sz="1200">
                <a:solidFill>
                  <a:srgbClr val="898989"/>
                </a:solidFill>
                <a:latin typeface="Calibri" panose="020F0502020204030204" charset="0"/>
                <a:ea typeface="SimSun" panose="02010600030101010101" pitchFamily="2" charset="-122"/>
                <a:cs typeface="Calibri" panose="020F0502020204030204" charset="0"/>
              </a:rPr>
            </a:fld>
            <a:endParaRPr lang="zh-CN" altLang="en-US" sz="1200">
              <a:solidFill>
                <a:srgbClr val="898989"/>
              </a:solidFill>
              <a:latin typeface="Calibri" panose="020F0502020204030204" charset="0"/>
              <a:ea typeface="SimSun" panose="02010600030101010101" pitchFamily="2" charset="-122"/>
              <a:cs typeface="Calibri" panose="020F0502020204030204" charset="0"/>
            </a:endParaRPr>
          </a:p>
        </p:txBody>
      </p:sp>
      <p:sp>
        <p:nvSpPr>
          <p:cNvPr id="5" name="文本框"/>
          <p:cNvSpPr>
            <a:spLocks noGrp="1"/>
          </p:cNvSpPr>
          <p:nvPr>
            <p:ph type="ftr" idx="3"/>
          </p:nvPr>
        </p:nvSpPr>
        <p:spPr>
          <a:xfrm>
            <a:off x="4038600" y="6356349"/>
            <a:ext cx="4114800" cy="365125"/>
          </a:xfrm>
          <a:prstGeom prst="rect">
            <a:avLst/>
          </a:prstGeom>
          <a:noFill/>
          <a:ln w="12700" cap="flat" cmpd="sng">
            <a:noFill/>
            <a:prstDash val="solid"/>
            <a:miter/>
          </a:ln>
        </p:spPr>
        <p:txBody>
          <a:bodyPr vert="horz" wrap="square" lIns="91440" tIns="45720" rIns="91440" bIns="45720" anchor="ctr" anchorCtr="0"/>
          <a:lstStyle/>
          <a:p>
            <a:pPr algn="ctr"/>
            <a:endParaRPr lang="zh-CN" altLang="en-US" sz="1200">
              <a:solidFill>
                <a:srgbClr val="898989"/>
              </a:solidFill>
              <a:latin typeface="Calibri" panose="020F0502020204030204" charset="0"/>
              <a:ea typeface="SimSun" panose="02010600030101010101" pitchFamily="2" charset="-122"/>
              <a:cs typeface="Calibri" panose="020F0502020204030204" charset="0"/>
            </a:endParaRPr>
          </a:p>
        </p:txBody>
      </p:sp>
      <p:sp>
        <p:nvSpPr>
          <p:cNvPr id="6" name="文本框"/>
          <p:cNvSpPr>
            <a:spLocks noGrp="1"/>
          </p:cNvSpPr>
          <p:nvPr>
            <p:ph type="sldNum" idx="4"/>
          </p:nvPr>
        </p:nvSpPr>
        <p:spPr>
          <a:xfrm>
            <a:off x="8610600" y="6356349"/>
            <a:ext cx="2743200" cy="365125"/>
          </a:xfrm>
          <a:prstGeom prst="rect">
            <a:avLst/>
          </a:prstGeom>
          <a:noFill/>
          <a:ln w="12700" cap="flat" cmpd="sng">
            <a:noFill/>
            <a:prstDash val="solid"/>
            <a:miter/>
          </a:ln>
        </p:spPr>
        <p:txBody>
          <a:bodyPr vert="horz" wrap="square" lIns="91440" tIns="45720" rIns="91440" bIns="45720" anchor="ctr" anchorCtr="0"/>
          <a:lstStyle/>
          <a:p>
            <a:pPr algn="r"/>
            <a:fld id="{CAD2D6BD-DE1B-4B5F-8B41-2702339687B9}" type="slidenum">
              <a:rPr lang="en-US" altLang="zh-CN" sz="1200" b="0" i="0" u="none" strike="noStrike" kern="1200" cap="none" spc="0" baseline="0">
                <a:solidFill>
                  <a:srgbClr val="898989"/>
                </a:solidFill>
                <a:latin typeface="Calibri" panose="020F0502020204030204" charset="0"/>
                <a:ea typeface="SimSun" panose="02010600030101010101" pitchFamily="2" charset="-122"/>
                <a:cs typeface="Calibri" panose="020F0502020204030204" charset="0"/>
              </a:rPr>
            </a:fld>
            <a:endParaRPr lang="zh-CN" altLang="en-US" sz="1200">
              <a:solidFill>
                <a:srgbClr val="898989"/>
              </a:solidFill>
              <a:latin typeface="Calibri" panose="020F0502020204030204" charset="0"/>
              <a:ea typeface="SimSun" panose="02010600030101010101" pitchFamily="2" charset="-122"/>
              <a:cs typeface="Calibri" panose="020F0502020204030204" charset="0"/>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sldNum="0" hdr="0" ftr="0" dt="0"/>
  <p:txStyles>
    <p:titleStyle>
      <a:lvl1pPr algn="l" defTabSz="914400" eaLnBrk="1" fontAlgn="auto" latinLnBrk="0" hangingPunct="1">
        <a:lnSpc>
          <a:spcPct val="90000"/>
        </a:lnSpc>
        <a:spcBef>
          <a:spcPts val="0"/>
        </a:spcBef>
        <a:buNone/>
        <a:defRPr sz="4400" kern="1200">
          <a:solidFill>
            <a:schemeClr val="tx1"/>
          </a:solidFill>
          <a:latin typeface="Calibri Light" panose="020F0302020204030204" charset="0"/>
          <a:ea typeface="SimSun" panose="02010600030101010101" pitchFamily="2" charset="-122"/>
          <a:cs typeface="Calibri Light" panose="020F0302020204030204" charset="0"/>
        </a:defRPr>
      </a:lvl1pPr>
    </p:titleStyle>
    <p:bodyStyle>
      <a:lvl1pPr marL="228600" indent="-228600" algn="l" defTabSz="914400" eaLnBrk="1" fontAlgn="auto" latinLnBrk="0" hangingPunct="1">
        <a:lnSpc>
          <a:spcPct val="90000"/>
        </a:lnSpc>
        <a:spcBef>
          <a:spcPts val="1000"/>
        </a:spcBef>
        <a:buFont typeface="Arial" panose="020B0604020202020204" pitchFamily="34" charset="0"/>
        <a:buChar char="•"/>
        <a:defRPr sz="2800" kern="1200">
          <a:solidFill>
            <a:schemeClr val="tx1"/>
          </a:solidFill>
          <a:latin typeface="Calibri" panose="020F0502020204030204" charset="0"/>
          <a:ea typeface="SimSun" panose="02010600030101010101" pitchFamily="2" charset="-122"/>
          <a:cs typeface="Calibri" panose="020F0502020204030204" charset="0"/>
        </a:defRPr>
      </a:lvl1pPr>
      <a:lvl2pPr marL="685800" indent="-228600" algn="l" defTabSz="914400" eaLnBrk="1" fontAlgn="auto" latinLnBrk="0" hangingPunct="1">
        <a:lnSpc>
          <a:spcPct val="90000"/>
        </a:lnSpc>
        <a:spcBef>
          <a:spcPts val="500"/>
        </a:spcBef>
        <a:buFont typeface="Arial" panose="020B0604020202020204" pitchFamily="34" charset="0"/>
        <a:buChar char="•"/>
        <a:defRPr sz="2400" kern="1200">
          <a:solidFill>
            <a:schemeClr val="tx1"/>
          </a:solidFill>
          <a:latin typeface="Calibri" panose="020F0502020204030204" charset="0"/>
          <a:ea typeface="SimSun" panose="02010600030101010101" pitchFamily="2" charset="-122"/>
          <a:cs typeface="Calibri" panose="020F0502020204030204" charset="0"/>
        </a:defRPr>
      </a:lvl2pPr>
      <a:lvl3pPr marL="1143000" indent="-228600" algn="l" defTabSz="914400" eaLnBrk="1" fontAlgn="auto" latinLnBrk="0" hangingPunct="1">
        <a:lnSpc>
          <a:spcPct val="90000"/>
        </a:lnSpc>
        <a:spcBef>
          <a:spcPts val="500"/>
        </a:spcBef>
        <a:buFont typeface="Arial" panose="020B0604020202020204" pitchFamily="34" charset="0"/>
        <a:buChar char="•"/>
        <a:defRPr sz="2000" kern="1200">
          <a:solidFill>
            <a:schemeClr val="tx1"/>
          </a:solidFill>
          <a:latin typeface="Calibri" panose="020F0502020204030204" charset="0"/>
          <a:ea typeface="SimSun" panose="02010600030101010101" pitchFamily="2" charset="-122"/>
          <a:cs typeface="Calibri" panose="020F0502020204030204" charset="0"/>
        </a:defRPr>
      </a:lvl3pPr>
      <a:lvl4pPr marL="1600200" indent="-228600" algn="l" defTabSz="914400" eaLnBrk="1" fontAlgn="auto" latinLnBrk="0" hangingPunct="1">
        <a:lnSpc>
          <a:spcPct val="90000"/>
        </a:lnSpc>
        <a:spcBef>
          <a:spcPts val="500"/>
        </a:spcBef>
        <a:buFont typeface="Arial" panose="020B0604020202020204" pitchFamily="34" charset="0"/>
        <a:buChar char="•"/>
        <a:defRPr sz="1800" kern="1200">
          <a:solidFill>
            <a:schemeClr val="tx1"/>
          </a:solidFill>
          <a:latin typeface="Calibri" panose="020F0502020204030204" charset="0"/>
          <a:ea typeface="SimSun" panose="02010600030101010101" pitchFamily="2" charset="-122"/>
          <a:cs typeface="Calibri" panose="020F0502020204030204" charset="0"/>
        </a:defRPr>
      </a:lvl4pPr>
      <a:lvl5pPr marL="2057400" indent="-228600" algn="l" defTabSz="914400" eaLnBrk="1" fontAlgn="auto" latinLnBrk="0" hangingPunct="1">
        <a:lnSpc>
          <a:spcPct val="90000"/>
        </a:lnSpc>
        <a:spcBef>
          <a:spcPts val="500"/>
        </a:spcBef>
        <a:buFont typeface="Arial" panose="020B0604020202020204" pitchFamily="34" charset="0"/>
        <a:buChar char="•"/>
        <a:defRPr sz="1800" kern="1200">
          <a:solidFill>
            <a:schemeClr val="tx1"/>
          </a:solidFill>
          <a:latin typeface="Calibri" panose="020F0502020204030204" charset="0"/>
          <a:ea typeface="SimSun" panose="02010600030101010101" pitchFamily="2" charset="-122"/>
          <a:cs typeface="Calibri" panose="020F0502020204030204" charset="0"/>
        </a:defRPr>
      </a:lvl5pPr>
      <a:lvl6pPr marL="2514600" indent="-228600" algn="l" defTabSz="914400" eaLnBrk="1" fontAlgn="auto" latinLnBrk="0" hangingPunct="1">
        <a:lnSpc>
          <a:spcPct val="90000"/>
        </a:lnSpc>
        <a:spcBef>
          <a:spcPts val="500"/>
        </a:spcBef>
        <a:buFont typeface="Arial" panose="020B0604020202020204" pitchFamily="34" charset="0"/>
        <a:buChar char="•"/>
        <a:defRPr sz="1800" kern="1200">
          <a:solidFill>
            <a:schemeClr val="tx1"/>
          </a:solidFill>
          <a:latin typeface="Calibri" panose="020F0502020204030204" charset="0"/>
          <a:ea typeface="SimSun" panose="02010600030101010101" pitchFamily="2" charset="-122"/>
          <a:cs typeface="Calibri" panose="020F0502020204030204" charset="0"/>
        </a:defRPr>
      </a:lvl6pPr>
      <a:lvl7pPr marL="2971800" indent="-228600" algn="l" defTabSz="914400" eaLnBrk="1" fontAlgn="auto" latinLnBrk="0" hangingPunct="1">
        <a:lnSpc>
          <a:spcPct val="90000"/>
        </a:lnSpc>
        <a:spcBef>
          <a:spcPts val="500"/>
        </a:spcBef>
        <a:buFont typeface="Arial" panose="020B0604020202020204" pitchFamily="34" charset="0"/>
        <a:buChar char="•"/>
        <a:defRPr sz="1800" kern="1200">
          <a:solidFill>
            <a:schemeClr val="tx1"/>
          </a:solidFill>
          <a:latin typeface="Calibri" panose="020F0502020204030204" charset="0"/>
          <a:ea typeface="SimSun" panose="02010600030101010101" pitchFamily="2" charset="-122"/>
          <a:cs typeface="Calibri" panose="020F0502020204030204" charset="0"/>
        </a:defRPr>
      </a:lvl7pPr>
      <a:lvl8pPr marL="3429000" indent="-228600" algn="l" defTabSz="914400" eaLnBrk="1" fontAlgn="auto" latinLnBrk="0" hangingPunct="1">
        <a:lnSpc>
          <a:spcPct val="90000"/>
        </a:lnSpc>
        <a:spcBef>
          <a:spcPts val="500"/>
        </a:spcBef>
        <a:buFont typeface="Arial" panose="020B0604020202020204" pitchFamily="34" charset="0"/>
        <a:buChar char="•"/>
        <a:defRPr sz="1800" kern="1200">
          <a:solidFill>
            <a:schemeClr val="tx1"/>
          </a:solidFill>
          <a:latin typeface="Calibri" panose="020F0502020204030204" charset="0"/>
          <a:ea typeface="SimSun" panose="02010600030101010101" pitchFamily="2" charset="-122"/>
          <a:cs typeface="Calibri" panose="020F0502020204030204" charset="0"/>
        </a:defRPr>
      </a:lvl8pPr>
      <a:lvl9pPr marL="3429000" indent="-228600" algn="l" defTabSz="914400" eaLnBrk="1" fontAlgn="auto" latinLnBrk="0" hangingPunct="1">
        <a:lnSpc>
          <a:spcPct val="90000"/>
        </a:lnSpc>
        <a:spcBef>
          <a:spcPts val="500"/>
        </a:spcBef>
        <a:buFont typeface="Arial" panose="020B0604020202020204" pitchFamily="34" charset="0"/>
        <a:buChar char="•"/>
        <a:defRPr sz="1800" kern="1200">
          <a:solidFill>
            <a:schemeClr val="tx1"/>
          </a:solidFill>
          <a:latin typeface="Calibri" panose="020F0502020204030204" charset="0"/>
          <a:ea typeface="SimSun" panose="02010600030101010101" pitchFamily="2" charset="-122"/>
          <a:cs typeface="Calibri" panose="020F0502020204030204" charset="0"/>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12.xml"/><Relationship Id="rId2" Type="http://schemas.openxmlformats.org/officeDocument/2006/relationships/image" Target="../media/image3.jpeg"/><Relationship Id="rId1" Type="http://schemas.openxmlformats.org/officeDocument/2006/relationships/image" Target="../media/image2.jpe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4" name="文本框"/>
          <p:cNvSpPr>
            <a:spLocks noGrp="1"/>
          </p:cNvSpPr>
          <p:nvPr>
            <p:ph type="title"/>
          </p:nvPr>
        </p:nvSpPr>
        <p:spPr>
          <a:xfrm>
            <a:off x="337820" y="948235"/>
            <a:ext cx="10515600" cy="1325563"/>
          </a:xfrm>
          <a:prstGeom prst="rect">
            <a:avLst/>
          </a:prstGeom>
          <a:noFill/>
          <a:ln w="12700" cap="flat" cmpd="sng">
            <a:noFill/>
            <a:prstDash val="solid"/>
            <a:miter/>
          </a:ln>
        </p:spPr>
        <p:txBody>
          <a:bodyPr vert="horz" wrap="square" lIns="91440" tIns="45720" rIns="91440" bIns="45720" anchor="ctr" anchorCtr="0"/>
          <a:lstStyle/>
          <a:p>
            <a:pPr marL="0" indent="0" algn="ctr">
              <a:lnSpc>
                <a:spcPct val="90000"/>
              </a:lnSpc>
              <a:spcBef>
                <a:spcPts val="0"/>
              </a:spcBef>
              <a:spcAft>
                <a:spcPts val="0"/>
              </a:spcAft>
              <a:buNone/>
            </a:pPr>
            <a:r>
              <a:rPr lang="en-US" altLang="zh-CN" sz="3600" b="1"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CONTENT</a:t>
            </a:r>
            <a:endParaRPr lang="zh-CN" altLang="en-US" sz="3600" b="1"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endParaRPr>
          </a:p>
        </p:txBody>
      </p:sp>
      <p:sp>
        <p:nvSpPr>
          <p:cNvPr id="25" name="文本框"/>
          <p:cNvSpPr>
            <a:spLocks noGrp="1"/>
          </p:cNvSpPr>
          <p:nvPr>
            <p:ph type="body" idx="1"/>
          </p:nvPr>
        </p:nvSpPr>
        <p:spPr>
          <a:xfrm>
            <a:off x="4469221" y="2108563"/>
            <a:ext cx="3990340" cy="3355340"/>
          </a:xfrm>
          <a:prstGeom prst="rect">
            <a:avLst/>
          </a:prstGeom>
          <a:noFill/>
          <a:ln w="12700" cap="flat" cmpd="sng">
            <a:noFill/>
            <a:prstDash val="solid"/>
            <a:miter/>
          </a:ln>
        </p:spPr>
        <p:txBody>
          <a:bodyPr vert="horz" wrap="square" lIns="91440" tIns="45720" rIns="91440" bIns="45720" anchor="t" anchorCtr="0"/>
          <a:lstStyle/>
          <a:p>
            <a:pPr marL="228600" indent="-228600" algn="l">
              <a:lnSpc>
                <a:spcPct val="79000"/>
              </a:lnSpc>
              <a:spcBef>
                <a:spcPts val="1000"/>
              </a:spcBef>
              <a:spcAft>
                <a:spcPts val="0"/>
              </a:spcAft>
              <a:buFont typeface="Arial" panose="020B0604020202020204" pitchFamily="34" charset="0"/>
              <a:buChar char="•"/>
            </a:pPr>
            <a:r>
              <a:rPr lang="en-US" altLang="zh-CN" sz="19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sym typeface="SimSun" panose="02010600030101010101" pitchFamily="2" charset="-122"/>
              </a:rPr>
              <a:t>Abstract</a:t>
            </a:r>
            <a:endParaRPr lang="en-US" altLang="zh-CN" sz="19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sym typeface="SimSun" panose="02010600030101010101" pitchFamily="2" charset="-122"/>
            </a:endParaRPr>
          </a:p>
          <a:p>
            <a:pPr marL="228600" indent="-228600" algn="l">
              <a:lnSpc>
                <a:spcPct val="79000"/>
              </a:lnSpc>
              <a:spcBef>
                <a:spcPts val="1000"/>
              </a:spcBef>
              <a:spcAft>
                <a:spcPts val="0"/>
              </a:spcAft>
              <a:buFont typeface="Arial" panose="020B0604020202020204" pitchFamily="34" charset="0"/>
              <a:buChar char="•"/>
            </a:pPr>
            <a:r>
              <a:rPr lang="en-US" altLang="zh-CN" sz="19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sym typeface="SimSun" panose="02010600030101010101" pitchFamily="2" charset="-122"/>
              </a:rPr>
              <a:t>Introduction</a:t>
            </a:r>
            <a:endParaRPr lang="en-US" altLang="zh-CN" sz="19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endParaRPr>
          </a:p>
          <a:p>
            <a:pPr marL="228600" indent="-228600" algn="l">
              <a:lnSpc>
                <a:spcPct val="79000"/>
              </a:lnSpc>
              <a:spcBef>
                <a:spcPts val="1000"/>
              </a:spcBef>
              <a:spcAft>
                <a:spcPts val="0"/>
              </a:spcAft>
              <a:buFont typeface="Arial" panose="020B0604020202020204" pitchFamily="34" charset="0"/>
              <a:buChar char="•"/>
            </a:pPr>
            <a:r>
              <a:rPr lang="en-US" altLang="zh-CN" sz="19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Problem Statement</a:t>
            </a:r>
            <a:endParaRPr lang="en-US" altLang="zh-CN" sz="19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endParaRPr>
          </a:p>
          <a:p>
            <a:pPr marL="228600" indent="-228600" algn="l">
              <a:lnSpc>
                <a:spcPct val="79000"/>
              </a:lnSpc>
              <a:spcBef>
                <a:spcPts val="1000"/>
              </a:spcBef>
              <a:spcAft>
                <a:spcPts val="0"/>
              </a:spcAft>
              <a:buFont typeface="Arial" panose="020B0604020202020204" pitchFamily="34" charset="0"/>
              <a:buChar char="•"/>
            </a:pPr>
            <a:r>
              <a:rPr lang="en-US" altLang="zh-CN" sz="19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Block Diagram</a:t>
            </a:r>
            <a:endParaRPr lang="en-US" altLang="zh-CN" sz="19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endParaRPr>
          </a:p>
          <a:p>
            <a:pPr marL="228600" indent="-228600" algn="l">
              <a:lnSpc>
                <a:spcPct val="79000"/>
              </a:lnSpc>
              <a:spcBef>
                <a:spcPts val="1000"/>
              </a:spcBef>
              <a:spcAft>
                <a:spcPts val="0"/>
              </a:spcAft>
              <a:buFont typeface="Arial" panose="020B0604020202020204" pitchFamily="34" charset="0"/>
              <a:buChar char="•"/>
            </a:pPr>
            <a:r>
              <a:rPr lang="en-US" altLang="zh-CN" sz="19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Components</a:t>
            </a:r>
            <a:endParaRPr lang="en-US" altLang="zh-CN" sz="19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endParaRPr>
          </a:p>
          <a:p>
            <a:pPr marL="228600" indent="-228600" algn="l">
              <a:lnSpc>
                <a:spcPct val="79000"/>
              </a:lnSpc>
              <a:spcBef>
                <a:spcPts val="1000"/>
              </a:spcBef>
              <a:spcAft>
                <a:spcPts val="0"/>
              </a:spcAft>
              <a:buFont typeface="Arial" panose="020B0604020202020204" pitchFamily="34" charset="0"/>
              <a:buChar char="•"/>
            </a:pPr>
            <a:r>
              <a:rPr lang="en-US" altLang="zh-CN" sz="19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Components Description</a:t>
            </a:r>
            <a:endParaRPr lang="en-US" altLang="zh-CN" sz="19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endParaRPr>
          </a:p>
          <a:p>
            <a:pPr marL="228600" indent="-228600" algn="l">
              <a:lnSpc>
                <a:spcPct val="79000"/>
              </a:lnSpc>
              <a:spcBef>
                <a:spcPts val="1000"/>
              </a:spcBef>
              <a:spcAft>
                <a:spcPts val="0"/>
              </a:spcAft>
              <a:buFont typeface="Arial" panose="020B0604020202020204" pitchFamily="34" charset="0"/>
              <a:buChar char="•"/>
            </a:pPr>
            <a:r>
              <a:rPr lang="en-US" altLang="zh-CN" sz="19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Hardware kit</a:t>
            </a:r>
            <a:endParaRPr lang="en-US" altLang="zh-CN" sz="19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endParaRPr>
          </a:p>
          <a:p>
            <a:pPr marL="228600" indent="-228600" algn="l">
              <a:lnSpc>
                <a:spcPct val="79000"/>
              </a:lnSpc>
              <a:spcBef>
                <a:spcPts val="1000"/>
              </a:spcBef>
              <a:spcAft>
                <a:spcPts val="0"/>
              </a:spcAft>
              <a:buFont typeface="Arial" panose="020B0604020202020204" pitchFamily="34" charset="0"/>
              <a:buChar char="•"/>
            </a:pPr>
            <a:r>
              <a:rPr lang="en-US" altLang="zh-CN" sz="19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Result </a:t>
            </a:r>
            <a:endParaRPr lang="en-US" altLang="zh-CN" sz="19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endParaRPr>
          </a:p>
          <a:p>
            <a:pPr marL="228600" indent="-228600" algn="l">
              <a:lnSpc>
                <a:spcPct val="79000"/>
              </a:lnSpc>
              <a:spcBef>
                <a:spcPts val="1000"/>
              </a:spcBef>
              <a:spcAft>
                <a:spcPts val="0"/>
              </a:spcAft>
              <a:buFont typeface="Arial" panose="020B0604020202020204" pitchFamily="34" charset="0"/>
              <a:buChar char="•"/>
            </a:pPr>
            <a:r>
              <a:rPr lang="en-US" altLang="zh-CN" sz="19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Reference</a:t>
            </a:r>
            <a:endParaRPr lang="en-US" altLang="zh-CN" sz="19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endParaRPr>
          </a:p>
          <a:p>
            <a:pPr marL="228600" indent="-228600" algn="l">
              <a:lnSpc>
                <a:spcPct val="79000"/>
              </a:lnSpc>
              <a:spcBef>
                <a:spcPts val="1000"/>
              </a:spcBef>
              <a:spcAft>
                <a:spcPts val="0"/>
              </a:spcAft>
              <a:buFont typeface="Arial" panose="020B0604020202020204" pitchFamily="34" charset="0"/>
              <a:buChar char="•"/>
            </a:pPr>
            <a:endParaRPr lang="zh-CN" altLang="en-US" sz="19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8" name="文本框"/>
          <p:cNvSpPr>
            <a:spLocks noGrp="1"/>
          </p:cNvSpPr>
          <p:nvPr>
            <p:ph type="title"/>
          </p:nvPr>
        </p:nvSpPr>
        <p:spPr>
          <a:xfrm>
            <a:off x="529590" y="828040"/>
            <a:ext cx="10515600" cy="1259204"/>
          </a:xfrm>
          <a:prstGeom prst="rect">
            <a:avLst/>
          </a:prstGeom>
          <a:noFill/>
          <a:ln w="12700" cap="flat" cmpd="sng">
            <a:noFill/>
            <a:prstDash val="solid"/>
            <a:miter/>
          </a:ln>
        </p:spPr>
        <p:txBody>
          <a:bodyPr vert="horz" wrap="square" lIns="91440" tIns="45720" rIns="91440" bIns="45720" anchor="ctr" anchorCtr="0"/>
          <a:lstStyle/>
          <a:p>
            <a:pPr marL="0" indent="0" algn="ctr">
              <a:lnSpc>
                <a:spcPct val="90000"/>
              </a:lnSpc>
              <a:spcBef>
                <a:spcPts val="0"/>
              </a:spcBef>
              <a:spcAft>
                <a:spcPts val="0"/>
              </a:spcAft>
              <a:buNone/>
            </a:pPr>
            <a:r>
              <a:rPr lang="en-US" altLang="zh-CN" sz="40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                        </a:t>
            </a:r>
            <a:br>
              <a:rPr lang="zh-CN" altLang="en-US" sz="40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br>
            <a:r>
              <a:rPr lang="en-US" altLang="zh-CN" sz="40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  </a:t>
            </a:r>
            <a:r>
              <a:rPr lang="en-US" altLang="zh-CN" sz="3600" b="1"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ABSTRACT</a:t>
            </a:r>
            <a:endParaRPr lang="zh-CN" altLang="en-US" sz="3600" b="1"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endParaRPr>
          </a:p>
        </p:txBody>
      </p:sp>
      <p:sp>
        <p:nvSpPr>
          <p:cNvPr id="29" name="文本框"/>
          <p:cNvSpPr>
            <a:spLocks noGrp="1"/>
          </p:cNvSpPr>
          <p:nvPr>
            <p:ph type="body" idx="1"/>
          </p:nvPr>
        </p:nvSpPr>
        <p:spPr>
          <a:xfrm>
            <a:off x="903513" y="2122714"/>
            <a:ext cx="10515600" cy="4163785"/>
          </a:xfrm>
          <a:prstGeom prst="rect">
            <a:avLst/>
          </a:prstGeom>
          <a:noFill/>
          <a:ln w="12700" cap="flat" cmpd="sng">
            <a:noFill/>
            <a:prstDash val="solid"/>
            <a:miter/>
          </a:ln>
        </p:spPr>
        <p:txBody>
          <a:bodyPr vert="horz" wrap="square" lIns="91440" tIns="45720" rIns="91440" bIns="45720" anchor="t" anchorCtr="0"/>
          <a:lstStyle/>
          <a:p>
            <a:pPr marL="355600" indent="-342900" algn="just">
              <a:lnSpc>
                <a:spcPct val="150000"/>
              </a:lnSpc>
              <a:spcBef>
                <a:spcPts val="100"/>
              </a:spcBef>
              <a:spcAft>
                <a:spcPts val="0"/>
              </a:spcAft>
              <a:buFont typeface="Arial" panose="020B0604020202020204" pitchFamily="34" charset="0"/>
              <a:buChar char="•"/>
            </a:pPr>
            <a:r>
              <a:rPr lang="en-US" altLang="zh-CN" sz="1900" b="0" i="0" u="none" strike="noStrike" kern="1200" cap="none" spc="105"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The</a:t>
            </a:r>
            <a:r>
              <a:rPr lang="en-US" altLang="zh-CN" sz="1900" b="0" i="0" u="none" strike="noStrike" kern="1200" cap="none" spc="715"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  </a:t>
            </a:r>
            <a:r>
              <a:rPr lang="en-US" altLang="zh-CN" sz="1900" b="0" i="0" u="none" strike="noStrike" kern="1200" cap="none" spc="125"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smart</a:t>
            </a:r>
            <a:r>
              <a:rPr lang="en-US" altLang="zh-CN" sz="1900" b="0" i="0" u="none" strike="noStrike" kern="1200" cap="none" spc="72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 </a:t>
            </a:r>
            <a:r>
              <a:rPr lang="en-US" altLang="zh-CN" sz="19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vehicle</a:t>
            </a:r>
            <a:r>
              <a:rPr lang="en-US" altLang="zh-CN" sz="1900" b="0" i="0" u="none" strike="noStrike" kern="1200" cap="none" spc="715"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 </a:t>
            </a:r>
            <a:r>
              <a:rPr lang="en-US" altLang="zh-CN" sz="1900" b="0" i="0" u="none" strike="noStrike" kern="1200" cap="none" spc="55"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event</a:t>
            </a:r>
            <a:r>
              <a:rPr lang="en-US" altLang="zh-CN" sz="1900" b="0" i="0" u="none" strike="noStrike" kern="1200" cap="none" spc="715"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 </a:t>
            </a:r>
            <a:r>
              <a:rPr lang="en-US" altLang="zh-CN" sz="1900" b="0" i="0" u="none" strike="noStrike" kern="1200" cap="none" spc="17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data</a:t>
            </a:r>
            <a:r>
              <a:rPr lang="en-US" altLang="zh-CN" sz="1900" b="0" i="0" u="none" strike="noStrike" kern="1200" cap="none" spc="715"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 </a:t>
            </a:r>
            <a:r>
              <a:rPr lang="en-US" altLang="zh-CN" sz="1900" b="0" i="0" u="none" strike="noStrike" kern="1200" cap="none" spc="9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recorder</a:t>
            </a:r>
            <a:r>
              <a:rPr lang="en-US" altLang="zh-CN" sz="1900" b="0" i="0" u="none" strike="noStrike" kern="1200" cap="none" spc="715"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 </a:t>
            </a:r>
            <a:r>
              <a:rPr lang="en-US" altLang="zh-CN" sz="1900" b="0" i="0" u="none" strike="noStrike" kern="1200" cap="none" spc="55"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using</a:t>
            </a:r>
            <a:r>
              <a:rPr lang="en-US" altLang="zh-CN" sz="1900" b="0" i="0" u="none" strike="noStrike" kern="1200" cap="none" spc="715"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 </a:t>
            </a:r>
            <a:r>
              <a:rPr lang="en-US" altLang="zh-CN" sz="1900" b="0" i="0" u="none" strike="noStrike" kern="1200" cap="none" spc="17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IoT</a:t>
            </a:r>
            <a:r>
              <a:rPr lang="en-US" altLang="zh-CN" sz="1900" b="0" i="0" u="none" strike="noStrike" kern="1200" cap="none" spc="715"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  </a:t>
            </a:r>
            <a:r>
              <a:rPr lang="en-US" altLang="zh-CN" sz="1900" b="0" i="0" u="none" strike="noStrike" kern="1200" cap="none" spc="6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aims</a:t>
            </a:r>
            <a:r>
              <a:rPr lang="en-US" altLang="zh-CN" sz="1900" b="0" i="0" u="none" strike="noStrike" kern="1200" cap="none" spc="72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 </a:t>
            </a:r>
            <a:r>
              <a:rPr lang="en-US" altLang="zh-CN" sz="1900" b="0" i="0" u="none" strike="noStrike" kern="1200" cap="none" spc="17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to</a:t>
            </a:r>
            <a:r>
              <a:rPr lang="en-US" altLang="zh-CN" sz="1900" b="0" i="0" u="none" strike="noStrike" kern="1200" cap="none" spc="715"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 </a:t>
            </a:r>
            <a:r>
              <a:rPr lang="en-US" altLang="zh-CN" sz="1900" b="0" i="0" u="none" strike="noStrike" kern="1200" cap="none" spc="8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improve</a:t>
            </a:r>
            <a:r>
              <a:rPr lang="en-US" altLang="zh-CN" sz="1900" b="0" i="0" u="none" strike="noStrike" kern="1200" cap="none" spc="715"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 </a:t>
            </a:r>
            <a:r>
              <a:rPr lang="en-US" altLang="zh-CN" sz="1900" b="0" i="0" u="none" strike="noStrike" kern="1200" cap="none" spc="165"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road</a:t>
            </a:r>
            <a:r>
              <a:rPr lang="en-US" altLang="zh-CN" sz="1900" b="0" i="0" u="none" strike="noStrike" kern="1200" cap="none" spc="715"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 </a:t>
            </a:r>
            <a:r>
              <a:rPr lang="en-US" altLang="zh-CN" sz="19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safety</a:t>
            </a:r>
            <a:r>
              <a:rPr lang="en-US" altLang="zh-CN" sz="1900" b="0" i="0" u="none" strike="noStrike" kern="1200" cap="none" spc="715"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 </a:t>
            </a:r>
            <a:r>
              <a:rPr lang="en-US" altLang="zh-CN" sz="1900" b="0" i="0" u="none" strike="noStrike" kern="1200" cap="none" spc="14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and </a:t>
            </a:r>
            <a:r>
              <a:rPr lang="en-US" altLang="zh-CN" sz="19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emergency</a:t>
            </a:r>
            <a:r>
              <a:rPr lang="en-US" altLang="zh-CN" sz="1900" b="0" i="0" u="none" strike="noStrike" kern="1200" cap="none" spc="204"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 </a:t>
            </a:r>
            <a:r>
              <a:rPr lang="en-US" altLang="zh-CN" sz="1900" b="0" i="0" u="none" strike="noStrike" kern="1200" cap="none" spc="10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management.</a:t>
            </a:r>
            <a:r>
              <a:rPr lang="en-US" altLang="zh-CN" sz="1900" b="0" i="0" u="none" strike="noStrike" kern="1200" cap="none" spc="204"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 </a:t>
            </a:r>
            <a:r>
              <a:rPr lang="en-US" altLang="zh-CN" sz="1900" b="0" i="0" u="none" strike="noStrike" kern="1200" cap="none" spc="14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A</a:t>
            </a:r>
            <a:r>
              <a:rPr lang="en-US" altLang="zh-CN" sz="1900" b="0" i="0" u="none" strike="noStrike" kern="1200" cap="none" spc="204"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 </a:t>
            </a:r>
            <a:r>
              <a:rPr lang="en-US" altLang="zh-CN" sz="1900" b="0" i="0" u="none" strike="noStrike" kern="1200" cap="none" spc="11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combination</a:t>
            </a:r>
            <a:r>
              <a:rPr lang="en-US" altLang="zh-CN" sz="1900" b="0" i="0" u="none" strike="noStrike" kern="1200" cap="none" spc="204"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 </a:t>
            </a:r>
            <a:r>
              <a:rPr lang="en-US" altLang="zh-CN" sz="1900" b="0" i="0" u="none" strike="noStrike" kern="1200" cap="none" spc="75"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of</a:t>
            </a:r>
            <a:r>
              <a:rPr lang="en-US" altLang="zh-CN" sz="1900" b="0" i="0" u="none" strike="noStrike" kern="1200" cap="none" spc="204"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 </a:t>
            </a:r>
            <a:r>
              <a:rPr lang="en-US" altLang="zh-CN" sz="1900" b="0" i="0" u="none" strike="noStrike" kern="1200" cap="none" spc="55"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sensors</a:t>
            </a:r>
            <a:r>
              <a:rPr lang="en-US" altLang="zh-CN" sz="1900" b="0" i="0" u="none" strike="noStrike" kern="1200" cap="none" spc="204"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 </a:t>
            </a:r>
            <a:r>
              <a:rPr lang="en-US" altLang="zh-CN" sz="1900" b="0" i="0" u="none" strike="noStrike" kern="1200" cap="none" spc="65"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such</a:t>
            </a:r>
            <a:r>
              <a:rPr lang="en-US" altLang="zh-CN" sz="1900" b="0" i="0" u="none" strike="noStrike" kern="1200" cap="none" spc="204"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 </a:t>
            </a:r>
            <a:r>
              <a:rPr lang="en-US" altLang="zh-CN" sz="1900" b="0" i="0" u="none" strike="noStrike" kern="1200" cap="none" spc="8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as</a:t>
            </a:r>
            <a:r>
              <a:rPr lang="en-US" altLang="zh-CN" sz="1900" b="0" i="0" u="none" strike="noStrike" kern="1200" cap="none" spc="204"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 </a:t>
            </a:r>
            <a:r>
              <a:rPr lang="en-US" altLang="zh-CN" sz="1900" b="0" i="0" u="none" strike="noStrike" kern="1200" cap="none" spc="215"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IMU,</a:t>
            </a:r>
            <a:r>
              <a:rPr lang="en-US" altLang="zh-CN" sz="1900" b="0" i="0" u="none" strike="noStrike" kern="1200" cap="none" spc="204"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 </a:t>
            </a:r>
            <a:r>
              <a:rPr lang="en-US" altLang="zh-CN" sz="1900" b="0" i="0" u="none" strike="noStrike" kern="1200" cap="none" spc="125"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GPS,</a:t>
            </a:r>
            <a:r>
              <a:rPr lang="en-US" altLang="zh-CN" sz="1900" b="0" i="0" u="none" strike="noStrike" kern="1200" cap="none" spc="204"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 </a:t>
            </a:r>
            <a:r>
              <a:rPr lang="en-US" altLang="zh-CN" sz="1900" b="0" i="0" u="none" strike="noStrike" kern="1200" cap="none" spc="85"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alcohol,</a:t>
            </a:r>
            <a:r>
              <a:rPr lang="en-US" altLang="zh-CN" sz="1900" b="0" i="0" u="none" strike="noStrike" kern="1200" cap="none" spc="204"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 </a:t>
            </a:r>
            <a:r>
              <a:rPr lang="en-US" altLang="zh-CN" sz="1900" b="0" i="0" u="none" strike="noStrike" kern="1200" cap="none" spc="8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ultrasonic, </a:t>
            </a:r>
            <a:r>
              <a:rPr lang="en-US" altLang="zh-CN" sz="19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fire</a:t>
            </a:r>
            <a:r>
              <a:rPr lang="en-US" altLang="zh-CN" sz="1900" b="0" i="0" u="none" strike="noStrike" kern="1200" cap="none" spc="7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  </a:t>
            </a:r>
            <a:r>
              <a:rPr lang="en-US" altLang="zh-CN" sz="1900" b="0" i="0" u="none" strike="noStrike" kern="1200" cap="none" spc="165"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and</a:t>
            </a:r>
            <a:r>
              <a:rPr lang="en-US" altLang="zh-CN" sz="1900" b="0" i="0" u="none" strike="noStrike" kern="1200" cap="none" spc="7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  </a:t>
            </a:r>
            <a:r>
              <a:rPr lang="en-US" altLang="zh-CN" sz="1900" b="0" i="0" u="none" strike="noStrike" kern="1200" cap="none" spc="11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temperature</a:t>
            </a:r>
            <a:r>
              <a:rPr lang="en-US" altLang="zh-CN" sz="1900" b="0" i="0" u="none" strike="noStrike" kern="1200" cap="none" spc="75"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  </a:t>
            </a:r>
            <a:r>
              <a:rPr lang="en-US" altLang="zh-CN" sz="1900" b="0" i="0" u="none" strike="noStrike" kern="1200" cap="none" spc="55"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sensors</a:t>
            </a:r>
            <a:r>
              <a:rPr lang="en-US" altLang="zh-CN" sz="1900" b="0" i="0" u="none" strike="noStrike" kern="1200" cap="none" spc="7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  </a:t>
            </a:r>
            <a:r>
              <a:rPr lang="en-US" altLang="zh-CN" sz="19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were</a:t>
            </a:r>
            <a:r>
              <a:rPr lang="en-US" altLang="zh-CN" sz="1900" b="0" i="0" u="none" strike="noStrike" kern="1200" cap="none" spc="75"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  </a:t>
            </a:r>
            <a:r>
              <a:rPr lang="en-US" altLang="zh-CN" sz="1900" b="0" i="0" u="none" strike="noStrike" kern="1200" cap="none" spc="95"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integrated</a:t>
            </a:r>
            <a:r>
              <a:rPr lang="en-US" altLang="zh-CN" sz="1900" b="0" i="0" u="none" strike="noStrike" kern="1200" cap="none" spc="7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  </a:t>
            </a:r>
            <a:r>
              <a:rPr lang="en-US" altLang="zh-CN" sz="1900" b="0" i="0" u="none" strike="noStrike" kern="1200" cap="none" spc="17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to</a:t>
            </a:r>
            <a:r>
              <a:rPr lang="en-US" altLang="zh-CN" sz="1900" b="0" i="0" u="none" strike="noStrike" kern="1200" cap="none" spc="75"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  </a:t>
            </a:r>
            <a:r>
              <a:rPr lang="en-US" altLang="zh-CN" sz="1900" b="0" i="0" u="none" strike="noStrike" kern="1200" cap="none" spc="7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detect  </a:t>
            </a:r>
            <a:r>
              <a:rPr lang="en-US" altLang="zh-CN" sz="19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key</a:t>
            </a:r>
            <a:r>
              <a:rPr lang="en-US" altLang="zh-CN" sz="1900" b="0" i="0" u="none" strike="noStrike" kern="1200" cap="none" spc="7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  </a:t>
            </a:r>
            <a:r>
              <a:rPr lang="en-US" altLang="zh-CN" sz="1900" b="0" i="0" u="none" strike="noStrike" kern="1200" cap="none" spc="6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driving</a:t>
            </a:r>
            <a:r>
              <a:rPr lang="en-US" altLang="zh-CN" sz="1900" b="0" i="0" u="none" strike="noStrike" kern="1200" cap="none" spc="75"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  </a:t>
            </a:r>
            <a:r>
              <a:rPr lang="en-US" altLang="zh-CN" sz="19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events</a:t>
            </a:r>
            <a:r>
              <a:rPr lang="en-US" altLang="zh-CN" sz="1900" b="0" i="0" u="none" strike="noStrike" kern="1200" cap="none" spc="7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  </a:t>
            </a:r>
            <a:r>
              <a:rPr lang="en-US" altLang="zh-CN" sz="1900" b="0" i="0" u="none" strike="noStrike" kern="1200" cap="none" spc="165"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and</a:t>
            </a:r>
            <a:r>
              <a:rPr lang="en-US" altLang="zh-CN" sz="1900" b="0" i="0" u="none" strike="noStrike" kern="1200" cap="none" spc="75"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  </a:t>
            </a:r>
            <a:r>
              <a:rPr lang="en-US" altLang="zh-CN" sz="1900" b="0" i="0" u="none" strike="noStrike" kern="1200" cap="none" spc="11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battery </a:t>
            </a:r>
            <a:r>
              <a:rPr lang="en-US" altLang="zh-CN" sz="1900" b="0" i="0" u="none" strike="noStrike" kern="1200" cap="none" spc="10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condition.</a:t>
            </a:r>
            <a:r>
              <a:rPr lang="en-US" altLang="zh-CN" sz="1900" b="0" i="0" u="none" strike="noStrike" kern="1200" cap="none" spc="114"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 </a:t>
            </a:r>
            <a:endParaRPr lang="en-US" altLang="zh-CN" sz="1900" b="0" i="0" u="none" strike="noStrike" kern="1200" cap="none" spc="114"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endParaRPr>
          </a:p>
          <a:p>
            <a:pPr marL="355600" indent="-342900" algn="just">
              <a:lnSpc>
                <a:spcPct val="150000"/>
              </a:lnSpc>
              <a:spcBef>
                <a:spcPts val="100"/>
              </a:spcBef>
              <a:spcAft>
                <a:spcPts val="0"/>
              </a:spcAft>
              <a:buFont typeface="Arial" panose="020B0604020202020204" pitchFamily="34" charset="0"/>
              <a:buChar char="•"/>
            </a:pPr>
            <a:r>
              <a:rPr lang="en-US" altLang="zh-CN" sz="1900" b="0" i="0" u="none" strike="noStrike" kern="1200" cap="none" spc="105"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The</a:t>
            </a:r>
            <a:r>
              <a:rPr lang="en-US" altLang="zh-CN" sz="1900" b="0" i="0" u="none" strike="noStrike" kern="1200" cap="none" spc="12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 </a:t>
            </a:r>
            <a:r>
              <a:rPr lang="en-US" altLang="zh-CN" sz="19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system</a:t>
            </a:r>
            <a:r>
              <a:rPr lang="en-US" altLang="zh-CN" sz="1900" b="0" i="0" u="none" strike="noStrike" kern="1200" cap="none" spc="12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 </a:t>
            </a:r>
            <a:r>
              <a:rPr lang="en-US" altLang="zh-CN" sz="19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was</a:t>
            </a:r>
            <a:r>
              <a:rPr lang="en-US" altLang="zh-CN" sz="1900" b="0" i="0" u="none" strike="noStrike" kern="1200" cap="none" spc="12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 </a:t>
            </a:r>
            <a:r>
              <a:rPr lang="en-US" altLang="zh-CN" sz="1900" b="0" i="0" u="none" strike="noStrike" kern="1200" cap="none" spc="95"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built</a:t>
            </a:r>
            <a:r>
              <a:rPr lang="en-US" altLang="zh-CN" sz="1900" b="0" i="0" u="none" strike="noStrike" kern="1200" cap="none" spc="12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 </a:t>
            </a:r>
            <a:r>
              <a:rPr lang="en-US" altLang="zh-CN" sz="1900" b="0" i="0" u="none" strike="noStrike" kern="1200" cap="none" spc="17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to</a:t>
            </a:r>
            <a:r>
              <a:rPr lang="en-US" altLang="zh-CN" sz="1900" b="0" i="0" u="none" strike="noStrike" kern="1200" cap="none" spc="12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 </a:t>
            </a:r>
            <a:r>
              <a:rPr lang="en-US" altLang="zh-CN" sz="19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collect</a:t>
            </a:r>
            <a:r>
              <a:rPr lang="en-US" altLang="zh-CN" sz="1900" b="0" i="0" u="none" strike="noStrike" kern="1200" cap="none" spc="12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 </a:t>
            </a:r>
            <a:r>
              <a:rPr lang="en-US" altLang="zh-CN" sz="1900" b="0" i="0" u="none" strike="noStrike" kern="1200" cap="none" spc="165"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and</a:t>
            </a:r>
            <a:r>
              <a:rPr lang="en-US" altLang="zh-CN" sz="1900" b="0" i="0" u="none" strike="noStrike" kern="1200" cap="none" spc="12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 </a:t>
            </a:r>
            <a:r>
              <a:rPr lang="en-US" altLang="zh-CN" sz="1900" b="0" i="0" u="none" strike="noStrike" kern="1200" cap="none" spc="114"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transmit</a:t>
            </a:r>
            <a:r>
              <a:rPr lang="en-US" altLang="zh-CN" sz="1900" b="0" i="0" u="none" strike="noStrike" kern="1200" cap="none" spc="12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 </a:t>
            </a:r>
            <a:r>
              <a:rPr lang="en-US" altLang="zh-CN" sz="1900" b="0" i="0" u="none" strike="noStrike" kern="1200" cap="none" spc="55"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real-</a:t>
            </a:r>
            <a:r>
              <a:rPr lang="en-US" altLang="zh-CN" sz="1900" b="0" i="0" u="none" strike="noStrike" kern="1200" cap="none" spc="65"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time</a:t>
            </a:r>
            <a:r>
              <a:rPr lang="en-US" altLang="zh-CN" sz="1900" b="0" i="0" u="none" strike="noStrike" kern="1200" cap="none" spc="12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 </a:t>
            </a:r>
            <a:r>
              <a:rPr lang="en-US" altLang="zh-CN" sz="1900" b="0" i="0" u="none" strike="noStrike" kern="1200" cap="none" spc="17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data</a:t>
            </a:r>
            <a:r>
              <a:rPr lang="en-US" altLang="zh-CN" sz="1900" b="0" i="0" u="none" strike="noStrike" kern="1200" cap="none" spc="12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 </a:t>
            </a:r>
            <a:r>
              <a:rPr lang="en-US" altLang="zh-CN" sz="1900" b="0" i="0" u="none" strike="noStrike" kern="1200" cap="none" spc="55"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using</a:t>
            </a:r>
            <a:r>
              <a:rPr lang="en-US" altLang="zh-CN" sz="1900" b="0" i="0" u="none" strike="noStrike" kern="1200" cap="none" spc="12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 </a:t>
            </a:r>
            <a:r>
              <a:rPr lang="en-US" altLang="zh-CN" sz="1900" b="0" i="0" u="none" strike="noStrike" kern="1200" cap="none" spc="17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an</a:t>
            </a:r>
            <a:r>
              <a:rPr lang="en-US" altLang="zh-CN" sz="1900" b="0" i="0" u="none" strike="noStrike" kern="1200" cap="none" spc="114"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 </a:t>
            </a:r>
            <a:r>
              <a:rPr lang="en-US" altLang="zh-CN" sz="1900" b="0" i="0" u="none" strike="noStrike" kern="1200" cap="none" spc="17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IoT</a:t>
            </a:r>
            <a:r>
              <a:rPr lang="en-US" altLang="zh-CN" sz="1900" b="0" i="0" u="none" strike="noStrike" kern="1200" cap="none" spc="12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 </a:t>
            </a:r>
            <a:r>
              <a:rPr lang="en-US" altLang="zh-CN" sz="1900" b="0" i="0" u="none" strike="noStrike" kern="1200" cap="none" spc="8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module, </a:t>
            </a:r>
            <a:r>
              <a:rPr lang="en-US" altLang="zh-CN" sz="1900" b="0" i="0" u="none" strike="noStrike" kern="1200" cap="none" spc="75"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with</a:t>
            </a:r>
            <a:r>
              <a:rPr lang="en-US" altLang="zh-CN" sz="1900" b="0" i="0" u="none" strike="noStrike" kern="1200" cap="none" spc="18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 </a:t>
            </a:r>
            <a:r>
              <a:rPr lang="en-US" altLang="zh-CN" sz="1900" b="0" i="0" u="none" strike="noStrike" kern="1200" cap="none" spc="17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an</a:t>
            </a:r>
            <a:r>
              <a:rPr lang="en-US" altLang="zh-CN" sz="1900" b="0" i="0" u="none" strike="noStrike" kern="1200" cap="none" spc="185"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 </a:t>
            </a:r>
            <a:r>
              <a:rPr lang="en-US" altLang="zh-CN" sz="19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SOS</a:t>
            </a:r>
            <a:r>
              <a:rPr lang="en-US" altLang="zh-CN" sz="1900" b="0" i="0" u="none" strike="noStrike" kern="1200" cap="none" spc="185"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 </a:t>
            </a:r>
            <a:r>
              <a:rPr lang="en-US" altLang="zh-CN" sz="1900" b="0" i="0" u="none" strike="noStrike" kern="1200" cap="none" spc="17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button</a:t>
            </a:r>
            <a:r>
              <a:rPr lang="en-US" altLang="zh-CN" sz="1900" b="0" i="0" u="none" strike="noStrike" kern="1200" cap="none" spc="18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 </a:t>
            </a:r>
            <a:r>
              <a:rPr lang="en-US" altLang="zh-CN" sz="1900" b="0" i="0" u="none" strike="noStrike" kern="1200" cap="none" spc="165"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and</a:t>
            </a:r>
            <a:r>
              <a:rPr lang="en-US" altLang="zh-CN" sz="1900" b="0" i="0" u="none" strike="noStrike" kern="1200" cap="none" spc="185"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 </a:t>
            </a:r>
            <a:r>
              <a:rPr lang="en-US" altLang="zh-CN" sz="1900" b="0" i="0" u="none" strike="noStrike" kern="1200" cap="none" spc="65"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buzzer</a:t>
            </a:r>
            <a:r>
              <a:rPr lang="en-US" altLang="zh-CN" sz="1900" b="0" i="0" u="none" strike="noStrike" kern="1200" cap="none" spc="185"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 </a:t>
            </a:r>
            <a:r>
              <a:rPr lang="en-US" altLang="zh-CN" sz="1900" b="0" i="0" u="none" strike="noStrike" kern="1200" cap="none" spc="75"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enabling</a:t>
            </a:r>
            <a:r>
              <a:rPr lang="en-US" altLang="zh-CN" sz="1900" b="0" i="0" u="none" strike="noStrike" kern="1200" cap="none" spc="185"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 </a:t>
            </a:r>
            <a:r>
              <a:rPr lang="en-US" altLang="zh-CN" sz="1900" b="0" i="0" u="none" strike="noStrike" kern="1200" cap="none" spc="85"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quick</a:t>
            </a:r>
            <a:r>
              <a:rPr lang="en-US" altLang="zh-CN" sz="1900" b="0" i="0" u="none" strike="noStrike" kern="1200" cap="none" spc="18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 </a:t>
            </a:r>
            <a:r>
              <a:rPr lang="en-US" altLang="zh-CN" sz="1900" b="0" i="0" u="none" strike="noStrike" kern="1200" cap="none" spc="75"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alerts</a:t>
            </a:r>
            <a:r>
              <a:rPr lang="en-US" altLang="zh-CN" sz="1900" b="0" i="0" u="none" strike="noStrike" kern="1200" cap="none" spc="185"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 </a:t>
            </a:r>
            <a:r>
              <a:rPr lang="en-US" altLang="zh-CN" sz="1900" b="0" i="0" u="none" strike="noStrike" kern="1200" cap="none" spc="105"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during</a:t>
            </a:r>
            <a:r>
              <a:rPr lang="en-US" altLang="zh-CN" sz="1900" b="0" i="0" u="none" strike="noStrike" kern="1200" cap="none" spc="185"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 </a:t>
            </a:r>
            <a:r>
              <a:rPr lang="en-US" altLang="zh-CN" sz="19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emergencies.</a:t>
            </a:r>
            <a:r>
              <a:rPr lang="en-US" altLang="zh-CN" sz="1900" b="0" i="0" u="none" strike="noStrike" kern="1200" cap="none" spc="185"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 </a:t>
            </a:r>
            <a:r>
              <a:rPr lang="en-US" altLang="zh-CN" sz="1900" b="0" i="0" u="none" strike="noStrike" kern="1200" cap="none" spc="105"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Controlled</a:t>
            </a:r>
            <a:r>
              <a:rPr lang="en-US" altLang="zh-CN" sz="1900" b="0" i="0" u="none" strike="noStrike" kern="1200" cap="none" spc="18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 </a:t>
            </a:r>
            <a:r>
              <a:rPr lang="en-US" altLang="zh-CN" sz="1900" b="0" i="0" u="none" strike="noStrike" kern="1200" cap="none" spc="8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by</a:t>
            </a:r>
            <a:r>
              <a:rPr lang="en-US" altLang="zh-CN" sz="1900" b="0" i="0" u="none" strike="noStrike" kern="1200" cap="none" spc="185"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 </a:t>
            </a:r>
            <a:r>
              <a:rPr lang="en-US" altLang="zh-CN" sz="1900" b="0" i="0" u="none" strike="noStrike" kern="1200" cap="none" spc="145"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an </a:t>
            </a:r>
            <a:r>
              <a:rPr lang="en-US" altLang="zh-CN" sz="1900" b="0" i="0" u="none" strike="noStrike" kern="1200" cap="none" spc="125"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Arduino,</a:t>
            </a:r>
            <a:r>
              <a:rPr lang="en-US" altLang="zh-CN" sz="1900" b="0" i="0" u="none" strike="noStrike" kern="1200" cap="none" spc="705"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 </a:t>
            </a:r>
            <a:r>
              <a:rPr lang="en-US" altLang="zh-CN" sz="1900" b="0" i="0" u="none" strike="noStrike" kern="1200" cap="none" spc="75"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this</a:t>
            </a:r>
            <a:r>
              <a:rPr lang="en-US" altLang="zh-CN" sz="1900" b="0" i="0" u="none" strike="noStrike" kern="1200" cap="none" spc="705"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 </a:t>
            </a:r>
            <a:r>
              <a:rPr lang="en-US" altLang="zh-CN" sz="1900" b="0" i="0" u="none" strike="noStrike" kern="1200" cap="none" spc="9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setup</a:t>
            </a:r>
            <a:r>
              <a:rPr lang="en-US" altLang="zh-CN" sz="1900" b="0" i="0" u="none" strike="noStrike" kern="1200" cap="none" spc="71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 </a:t>
            </a:r>
            <a:r>
              <a:rPr lang="en-US" altLang="zh-CN" sz="19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was</a:t>
            </a:r>
            <a:r>
              <a:rPr lang="en-US" altLang="zh-CN" sz="1900" b="0" i="0" u="none" strike="noStrike" kern="1200" cap="none" spc="705"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 </a:t>
            </a:r>
            <a:r>
              <a:rPr lang="en-US" altLang="zh-CN" sz="1900" b="0" i="0" u="none" strike="noStrike" kern="1200" cap="none" spc="95"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intended</a:t>
            </a:r>
            <a:r>
              <a:rPr lang="en-US" altLang="zh-CN" sz="1900" b="0" i="0" u="none" strike="noStrike" kern="1200" cap="none" spc="71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 </a:t>
            </a:r>
            <a:r>
              <a:rPr lang="en-US" altLang="zh-CN" sz="1900" b="0" i="0" u="none" strike="noStrike" kern="1200" cap="none" spc="17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to</a:t>
            </a:r>
            <a:r>
              <a:rPr lang="en-US" altLang="zh-CN" sz="1900" b="0" i="0" u="none" strike="noStrike" kern="1200" cap="none" spc="705"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 </a:t>
            </a:r>
            <a:r>
              <a:rPr lang="en-US" altLang="zh-CN" sz="1900" b="0" i="0" u="none" strike="noStrike" kern="1200" cap="none" spc="14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support</a:t>
            </a:r>
            <a:r>
              <a:rPr lang="en-US" altLang="zh-CN" sz="1900" b="0" i="0" u="none" strike="noStrike" kern="1200" cap="none" spc="71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 </a:t>
            </a:r>
            <a:r>
              <a:rPr lang="en-US" altLang="zh-CN" sz="1900" b="0" i="0" u="none" strike="noStrike" kern="1200" cap="none" spc="7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accident</a:t>
            </a:r>
            <a:r>
              <a:rPr lang="en-US" altLang="zh-CN" sz="1900" b="0" i="0" u="none" strike="noStrike" kern="1200" cap="none" spc="705"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 </a:t>
            </a:r>
            <a:r>
              <a:rPr lang="en-US" altLang="zh-CN" sz="1900" b="0" i="0" u="none" strike="noStrike" kern="1200" cap="none" spc="8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detection,</a:t>
            </a:r>
            <a:r>
              <a:rPr lang="en-US" altLang="zh-CN" sz="1900" b="0" i="0" u="none" strike="noStrike" kern="1200" cap="none" spc="71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 </a:t>
            </a:r>
            <a:r>
              <a:rPr lang="en-US" altLang="zh-CN" sz="1900" b="0" i="0" u="none" strike="noStrike" kern="1200" cap="none" spc="7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driver</a:t>
            </a:r>
            <a:r>
              <a:rPr lang="en-US" altLang="zh-CN" sz="1900" b="0" i="0" u="none" strike="noStrike" kern="1200" cap="none" spc="705"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 </a:t>
            </a:r>
            <a:r>
              <a:rPr lang="en-US" altLang="zh-CN" sz="1900" b="0" i="0" u="none" strike="noStrike" kern="1200" cap="none" spc="105"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monitoring,</a:t>
            </a:r>
            <a:r>
              <a:rPr lang="en-US" altLang="zh-CN" sz="1900" b="0" i="0" u="none" strike="noStrike" kern="1200" cap="none" spc="71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 </a:t>
            </a:r>
            <a:r>
              <a:rPr lang="en-US" altLang="zh-CN" sz="1900" b="0" i="0" u="none" strike="noStrike" kern="1200" cap="none" spc="14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and </a:t>
            </a:r>
            <a:r>
              <a:rPr lang="en-US" altLang="zh-CN" sz="1900" b="0" i="0" u="none" strike="noStrike" kern="1200" cap="none" spc="75"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immediate</a:t>
            </a:r>
            <a:r>
              <a:rPr lang="en-US" altLang="zh-CN" sz="1900" b="0" i="0" u="none" strike="noStrike" kern="1200" cap="none" spc="76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  </a:t>
            </a:r>
            <a:r>
              <a:rPr lang="en-US" altLang="zh-CN" sz="1900" b="0" i="0" u="none" strike="noStrike" kern="1200" cap="none" spc="10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communication</a:t>
            </a:r>
            <a:r>
              <a:rPr lang="en-US" altLang="zh-CN" sz="1900" b="0" i="0" u="none" strike="noStrike" kern="1200" cap="none" spc="76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  </a:t>
            </a:r>
            <a:r>
              <a:rPr lang="en-US" altLang="zh-CN" sz="1900" b="0" i="0" u="none" strike="noStrike" kern="1200" cap="none" spc="75"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with</a:t>
            </a:r>
            <a:r>
              <a:rPr lang="en-US" altLang="zh-CN" sz="1900" b="0" i="0" u="none" strike="noStrike" kern="1200" cap="none" spc="765"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  </a:t>
            </a:r>
            <a:r>
              <a:rPr lang="en-US" altLang="zh-CN" sz="19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emergency</a:t>
            </a:r>
            <a:r>
              <a:rPr lang="en-US" altLang="zh-CN" sz="1900" b="0" i="0" u="none" strike="noStrike" kern="1200" cap="none" spc="76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  </a:t>
            </a:r>
            <a:r>
              <a:rPr lang="en-US" altLang="zh-CN" sz="19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services,</a:t>
            </a:r>
            <a:r>
              <a:rPr lang="en-US" altLang="zh-CN" sz="1900" b="0" i="0" u="none" strike="noStrike" kern="1200" cap="none" spc="765"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  </a:t>
            </a:r>
            <a:r>
              <a:rPr lang="en-US" altLang="zh-CN" sz="1900" b="0" i="0" u="none" strike="noStrike" kern="1200" cap="none" spc="7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ultimately</a:t>
            </a:r>
            <a:r>
              <a:rPr lang="en-US" altLang="zh-CN" sz="1900" b="0" i="0" u="none" strike="noStrike" kern="1200" cap="none" spc="76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  </a:t>
            </a:r>
            <a:r>
              <a:rPr lang="en-US" altLang="zh-CN" sz="1900" b="0" i="0" u="none" strike="noStrike" kern="1200" cap="none" spc="8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enhancing</a:t>
            </a:r>
            <a:r>
              <a:rPr lang="en-US" altLang="zh-CN" sz="1900" b="0" i="0" u="none" strike="noStrike" kern="1200" cap="none" spc="76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  </a:t>
            </a:r>
            <a:r>
              <a:rPr lang="en-US" altLang="zh-CN" sz="1900" b="0" i="0" u="none" strike="noStrike" kern="1200" cap="none" spc="-1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vehicle </a:t>
            </a:r>
            <a:r>
              <a:rPr lang="en-US" altLang="zh-CN" sz="19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intelligence</a:t>
            </a:r>
            <a:r>
              <a:rPr lang="en-US" altLang="zh-CN" sz="1900" b="0" i="0" u="none" strike="noStrike" kern="1200" cap="none" spc="114"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 </a:t>
            </a:r>
            <a:r>
              <a:rPr lang="en-US" altLang="zh-CN" sz="1900" b="0" i="0" u="none" strike="noStrike" kern="1200" cap="none" spc="165"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and</a:t>
            </a:r>
            <a:r>
              <a:rPr lang="en-US" altLang="zh-CN" sz="1900" b="0" i="0" u="none" strike="noStrike" kern="1200" cap="none" spc="12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 </a:t>
            </a:r>
            <a:r>
              <a:rPr lang="en-US" altLang="zh-CN" sz="1900" b="0" i="0" u="none" strike="noStrike" kern="1200" cap="none" spc="95"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post-</a:t>
            </a:r>
            <a:r>
              <a:rPr lang="en-US" altLang="zh-CN" sz="1900" b="0" i="0" u="none" strike="noStrike" kern="1200" cap="none" spc="7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incident</a:t>
            </a:r>
            <a:r>
              <a:rPr lang="en-US" altLang="zh-CN" sz="1900" b="0" i="0" u="none" strike="noStrike" kern="1200" cap="none" spc="12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 </a:t>
            </a:r>
            <a:r>
              <a:rPr lang="en-US" altLang="zh-CN" sz="1900" b="0" i="0" u="none" strike="noStrike" kern="1200" cap="none" spc="45"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analysis.</a:t>
            </a:r>
            <a:endParaRPr lang="zh-CN" altLang="en-US" sz="19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2" name="文本框"/>
          <p:cNvSpPr>
            <a:spLocks noGrp="1"/>
          </p:cNvSpPr>
          <p:nvPr>
            <p:ph type="title"/>
          </p:nvPr>
        </p:nvSpPr>
        <p:spPr>
          <a:xfrm>
            <a:off x="838200" y="694055"/>
            <a:ext cx="10515600" cy="988695"/>
          </a:xfrm>
          <a:prstGeom prst="rect">
            <a:avLst/>
          </a:prstGeom>
          <a:noFill/>
          <a:ln w="12700" cap="flat" cmpd="sng">
            <a:noFill/>
            <a:prstDash val="solid"/>
            <a:miter/>
          </a:ln>
        </p:spPr>
        <p:txBody>
          <a:bodyPr vert="horz" wrap="square" lIns="91440" tIns="45720" rIns="91440" bIns="45720" anchor="ctr" anchorCtr="0"/>
          <a:lstStyle/>
          <a:p>
            <a:pPr marL="0" indent="0" algn="ctr">
              <a:lnSpc>
                <a:spcPct val="90000"/>
              </a:lnSpc>
              <a:spcBef>
                <a:spcPts val="0"/>
              </a:spcBef>
              <a:spcAft>
                <a:spcPts val="0"/>
              </a:spcAft>
              <a:buNone/>
            </a:pPr>
            <a:r>
              <a:rPr lang="en-US" altLang="zh-CN" sz="3600" b="0" i="0" u="none" strike="noStrike" kern="1200" cap="none" spc="0" baseline="0" dirty="0">
                <a:solidFill>
                  <a:schemeClr val="tx1"/>
                </a:solidFill>
                <a:latin typeface="Times New Roman" panose="02020603050405020304" pitchFamily="18" charset="0"/>
                <a:ea typeface="SimSun" panose="02010600030101010101" pitchFamily="2" charset="-122"/>
                <a:cs typeface="Times New Roman" panose="02020603050405020304" pitchFamily="18" charset="0"/>
              </a:rPr>
              <a:t>                         </a:t>
            </a:r>
            <a:br>
              <a:rPr lang="zh-CN" altLang="en-US" sz="3600" b="0" i="0" u="none" strike="noStrike" kern="1200" cap="none" spc="0" baseline="0" dirty="0">
                <a:solidFill>
                  <a:schemeClr val="tx1"/>
                </a:solidFill>
                <a:latin typeface="Times New Roman" panose="02020603050405020304" pitchFamily="18" charset="0"/>
                <a:ea typeface="SimSun" panose="02010600030101010101" pitchFamily="2" charset="-122"/>
                <a:cs typeface="Times New Roman" panose="02020603050405020304" pitchFamily="18" charset="0"/>
              </a:rPr>
            </a:br>
            <a:r>
              <a:rPr lang="en-US" altLang="zh-CN" sz="3600" b="1" i="0" u="none" strike="noStrike" kern="1200" cap="none" spc="0" baseline="0" dirty="0">
                <a:solidFill>
                  <a:schemeClr val="tx1"/>
                </a:solidFill>
                <a:latin typeface="Times New Roman" panose="02020603050405020304" pitchFamily="18" charset="0"/>
                <a:ea typeface="SimSun" panose="02010600030101010101" pitchFamily="2" charset="-122"/>
                <a:cs typeface="Times New Roman" panose="02020603050405020304" pitchFamily="18" charset="0"/>
              </a:rPr>
              <a:t>INTRODUCTION</a:t>
            </a:r>
            <a:endParaRPr lang="zh-CN" altLang="en-US" sz="3600" b="1" i="0" u="none" strike="noStrike" kern="1200" cap="none" spc="0" baseline="0" dirty="0">
              <a:solidFill>
                <a:schemeClr val="tx1"/>
              </a:solidFill>
              <a:latin typeface="Times New Roman" panose="02020603050405020304" pitchFamily="18" charset="0"/>
              <a:ea typeface="SimSun" panose="02010600030101010101" pitchFamily="2" charset="-122"/>
              <a:cs typeface="Times New Roman" panose="02020603050405020304" pitchFamily="18" charset="0"/>
            </a:endParaRPr>
          </a:p>
        </p:txBody>
      </p:sp>
      <p:sp>
        <p:nvSpPr>
          <p:cNvPr id="33" name="文本框"/>
          <p:cNvSpPr>
            <a:spLocks noGrp="1"/>
          </p:cNvSpPr>
          <p:nvPr>
            <p:ph type="body" idx="1"/>
          </p:nvPr>
        </p:nvSpPr>
        <p:spPr>
          <a:xfrm>
            <a:off x="838200" y="2047875"/>
            <a:ext cx="10515600" cy="3888740"/>
          </a:xfrm>
          <a:prstGeom prst="rect">
            <a:avLst/>
          </a:prstGeom>
          <a:noFill/>
          <a:ln w="12700" cap="flat" cmpd="sng">
            <a:noFill/>
            <a:prstDash val="solid"/>
            <a:miter/>
          </a:ln>
        </p:spPr>
        <p:txBody>
          <a:bodyPr vert="horz" wrap="square" lIns="91440" tIns="45720" rIns="91440" bIns="45720" anchor="t" anchorCtr="0"/>
          <a:lstStyle/>
          <a:p>
            <a:pPr marL="355600" indent="-342900" algn="just">
              <a:lnSpc>
                <a:spcPct val="150000"/>
              </a:lnSpc>
              <a:spcBef>
                <a:spcPts val="100"/>
              </a:spcBef>
              <a:spcAft>
                <a:spcPts val="0"/>
              </a:spcAft>
              <a:buFont typeface="Arial" panose="020B0604020202020204" pitchFamily="34" charset="0"/>
              <a:buChar char="•"/>
            </a:pPr>
            <a:r>
              <a:rPr lang="en-US" altLang="zh-CN" sz="1900" b="0" i="0" u="none" strike="noStrike" kern="1200" cap="none" spc="110" baseline="0" dirty="0">
                <a:solidFill>
                  <a:schemeClr val="tx1"/>
                </a:solidFill>
                <a:latin typeface="Times New Roman" panose="02020603050405020304" pitchFamily="18" charset="0"/>
                <a:ea typeface="SimSun" panose="02010600030101010101" pitchFamily="2" charset="-122"/>
                <a:cs typeface="Times New Roman" panose="02020603050405020304" pitchFamily="18" charset="0"/>
              </a:rPr>
              <a:t>With</a:t>
            </a:r>
            <a:r>
              <a:rPr lang="en-US" altLang="zh-CN" sz="1900" b="0" i="0" u="none" strike="noStrike" kern="1200" cap="none" spc="570" baseline="0" dirty="0">
                <a:solidFill>
                  <a:schemeClr val="tx1"/>
                </a:solidFill>
                <a:latin typeface="Times New Roman" panose="02020603050405020304" pitchFamily="18" charset="0"/>
                <a:ea typeface="SimSun" panose="02010600030101010101" pitchFamily="2" charset="-122"/>
                <a:cs typeface="Times New Roman" panose="02020603050405020304" pitchFamily="18" charset="0"/>
              </a:rPr>
              <a:t> </a:t>
            </a:r>
            <a:r>
              <a:rPr lang="en-US" altLang="zh-CN" sz="1900" b="0" i="0" u="none" strike="noStrike" kern="1200" cap="none" spc="105" baseline="0" dirty="0">
                <a:solidFill>
                  <a:schemeClr val="tx1"/>
                </a:solidFill>
                <a:latin typeface="Times New Roman" panose="02020603050405020304" pitchFamily="18" charset="0"/>
                <a:ea typeface="SimSun" panose="02010600030101010101" pitchFamily="2" charset="-122"/>
                <a:cs typeface="Times New Roman" panose="02020603050405020304" pitchFamily="18" charset="0"/>
              </a:rPr>
              <a:t>the</a:t>
            </a:r>
            <a:r>
              <a:rPr lang="en-US" altLang="zh-CN" sz="1900" b="0" i="0" u="none" strike="noStrike" kern="1200" cap="none" spc="575" baseline="0" dirty="0">
                <a:solidFill>
                  <a:schemeClr val="tx1"/>
                </a:solidFill>
                <a:latin typeface="Times New Roman" panose="02020603050405020304" pitchFamily="18" charset="0"/>
                <a:ea typeface="SimSun" panose="02010600030101010101" pitchFamily="2" charset="-122"/>
                <a:cs typeface="Times New Roman" panose="02020603050405020304" pitchFamily="18" charset="0"/>
              </a:rPr>
              <a:t> </a:t>
            </a:r>
            <a:r>
              <a:rPr lang="en-US" altLang="zh-CN" sz="1900" b="0" i="0" u="none" strike="noStrike" kern="1200" cap="none" spc="0" baseline="0" dirty="0">
                <a:solidFill>
                  <a:schemeClr val="tx1"/>
                </a:solidFill>
                <a:latin typeface="Times New Roman" panose="02020603050405020304" pitchFamily="18" charset="0"/>
                <a:ea typeface="SimSun" panose="02010600030101010101" pitchFamily="2" charset="-122"/>
                <a:cs typeface="Times New Roman" panose="02020603050405020304" pitchFamily="18" charset="0"/>
              </a:rPr>
              <a:t>rise</a:t>
            </a:r>
            <a:r>
              <a:rPr lang="en-US" altLang="zh-CN" sz="1900" b="0" i="0" u="none" strike="noStrike" kern="1200" cap="none" spc="570" baseline="0" dirty="0">
                <a:solidFill>
                  <a:schemeClr val="tx1"/>
                </a:solidFill>
                <a:latin typeface="Times New Roman" panose="02020603050405020304" pitchFamily="18" charset="0"/>
                <a:ea typeface="SimSun" panose="02010600030101010101" pitchFamily="2" charset="-122"/>
                <a:cs typeface="Times New Roman" panose="02020603050405020304" pitchFamily="18" charset="0"/>
              </a:rPr>
              <a:t> </a:t>
            </a:r>
            <a:r>
              <a:rPr lang="en-US" altLang="zh-CN" sz="1900" b="0" i="0" u="none" strike="noStrike" kern="1200" cap="none" spc="75" baseline="0" dirty="0">
                <a:solidFill>
                  <a:schemeClr val="tx1"/>
                </a:solidFill>
                <a:latin typeface="Times New Roman" panose="02020603050405020304" pitchFamily="18" charset="0"/>
                <a:ea typeface="SimSun" panose="02010600030101010101" pitchFamily="2" charset="-122"/>
                <a:cs typeface="Times New Roman" panose="02020603050405020304" pitchFamily="18" charset="0"/>
              </a:rPr>
              <a:t>of</a:t>
            </a:r>
            <a:r>
              <a:rPr lang="en-US" altLang="zh-CN" sz="1900" b="0" i="0" u="none" strike="noStrike" kern="1200" cap="none" spc="575" baseline="0" dirty="0">
                <a:solidFill>
                  <a:schemeClr val="tx1"/>
                </a:solidFill>
                <a:latin typeface="Times New Roman" panose="02020603050405020304" pitchFamily="18" charset="0"/>
                <a:ea typeface="SimSun" panose="02010600030101010101" pitchFamily="2" charset="-122"/>
                <a:cs typeface="Times New Roman" panose="02020603050405020304" pitchFamily="18" charset="0"/>
              </a:rPr>
              <a:t> </a:t>
            </a:r>
            <a:r>
              <a:rPr lang="en-US" altLang="zh-CN" sz="1900" b="0" i="0" u="none" strike="noStrike" kern="1200" cap="none" spc="0" baseline="0" dirty="0">
                <a:solidFill>
                  <a:schemeClr val="tx1"/>
                </a:solidFill>
                <a:latin typeface="Times New Roman" panose="02020603050405020304" pitchFamily="18" charset="0"/>
                <a:ea typeface="SimSun" panose="02010600030101010101" pitchFamily="2" charset="-122"/>
                <a:cs typeface="Times New Roman" panose="02020603050405020304" pitchFamily="18" charset="0"/>
              </a:rPr>
              <a:t>electric</a:t>
            </a:r>
            <a:r>
              <a:rPr lang="en-US" altLang="zh-CN" sz="1900" b="0" i="0" u="none" strike="noStrike" kern="1200" cap="none" spc="570" baseline="0" dirty="0">
                <a:solidFill>
                  <a:schemeClr val="tx1"/>
                </a:solidFill>
                <a:latin typeface="Times New Roman" panose="02020603050405020304" pitchFamily="18" charset="0"/>
                <a:ea typeface="SimSun" panose="02010600030101010101" pitchFamily="2" charset="-122"/>
                <a:cs typeface="Times New Roman" panose="02020603050405020304" pitchFamily="18" charset="0"/>
              </a:rPr>
              <a:t> </a:t>
            </a:r>
            <a:r>
              <a:rPr lang="en-US" altLang="zh-CN" sz="1900" b="0" i="0" u="none" strike="noStrike" kern="1200" cap="none" spc="165" baseline="0" dirty="0">
                <a:solidFill>
                  <a:schemeClr val="tx1"/>
                </a:solidFill>
                <a:latin typeface="Times New Roman" panose="02020603050405020304" pitchFamily="18" charset="0"/>
                <a:ea typeface="SimSun" panose="02010600030101010101" pitchFamily="2" charset="-122"/>
                <a:cs typeface="Times New Roman" panose="02020603050405020304" pitchFamily="18" charset="0"/>
              </a:rPr>
              <a:t>and</a:t>
            </a:r>
            <a:r>
              <a:rPr lang="en-US" altLang="zh-CN" sz="1900" b="0" i="0" u="none" strike="noStrike" kern="1200" cap="none" spc="575" baseline="0" dirty="0">
                <a:solidFill>
                  <a:schemeClr val="tx1"/>
                </a:solidFill>
                <a:latin typeface="Times New Roman" panose="02020603050405020304" pitchFamily="18" charset="0"/>
                <a:ea typeface="SimSun" panose="02010600030101010101" pitchFamily="2" charset="-122"/>
                <a:cs typeface="Times New Roman" panose="02020603050405020304" pitchFamily="18" charset="0"/>
              </a:rPr>
              <a:t> </a:t>
            </a:r>
            <a:r>
              <a:rPr lang="en-US" altLang="zh-CN" sz="1900" b="0" i="0" u="none" strike="noStrike" kern="1200" cap="none" spc="145" baseline="0" dirty="0">
                <a:solidFill>
                  <a:schemeClr val="tx1"/>
                </a:solidFill>
                <a:latin typeface="Times New Roman" panose="02020603050405020304" pitchFamily="18" charset="0"/>
                <a:ea typeface="SimSun" panose="02010600030101010101" pitchFamily="2" charset="-122"/>
                <a:cs typeface="Times New Roman" panose="02020603050405020304" pitchFamily="18" charset="0"/>
              </a:rPr>
              <a:t>autonomous</a:t>
            </a:r>
            <a:r>
              <a:rPr lang="en-US" altLang="zh-CN" sz="1900" b="0" i="0" u="none" strike="noStrike" kern="1200" cap="none" spc="570" baseline="0" dirty="0">
                <a:solidFill>
                  <a:schemeClr val="tx1"/>
                </a:solidFill>
                <a:latin typeface="Times New Roman" panose="02020603050405020304" pitchFamily="18" charset="0"/>
                <a:ea typeface="SimSun" panose="02010600030101010101" pitchFamily="2" charset="-122"/>
                <a:cs typeface="Times New Roman" panose="02020603050405020304" pitchFamily="18" charset="0"/>
              </a:rPr>
              <a:t> </a:t>
            </a:r>
            <a:r>
              <a:rPr lang="en-US" altLang="zh-CN" sz="1900" b="0" i="0" u="none" strike="noStrike" kern="1200" cap="none" spc="0" baseline="0" dirty="0">
                <a:solidFill>
                  <a:schemeClr val="tx1"/>
                </a:solidFill>
                <a:latin typeface="Times New Roman" panose="02020603050405020304" pitchFamily="18" charset="0"/>
                <a:ea typeface="SimSun" panose="02010600030101010101" pitchFamily="2" charset="-122"/>
                <a:cs typeface="Times New Roman" panose="02020603050405020304" pitchFamily="18" charset="0"/>
              </a:rPr>
              <a:t>vehicles,</a:t>
            </a:r>
            <a:r>
              <a:rPr lang="en-US" altLang="zh-CN" sz="1900" b="0" i="0" u="none" strike="noStrike" kern="1200" cap="none" spc="575" baseline="0" dirty="0">
                <a:solidFill>
                  <a:schemeClr val="tx1"/>
                </a:solidFill>
                <a:latin typeface="Times New Roman" panose="02020603050405020304" pitchFamily="18" charset="0"/>
                <a:ea typeface="SimSun" panose="02010600030101010101" pitchFamily="2" charset="-122"/>
                <a:cs typeface="Times New Roman" panose="02020603050405020304" pitchFamily="18" charset="0"/>
              </a:rPr>
              <a:t> </a:t>
            </a:r>
            <a:r>
              <a:rPr lang="en-US" altLang="zh-CN" sz="1900" b="0" i="0" u="none" strike="noStrike" kern="1200" cap="none" spc="105" baseline="0" dirty="0">
                <a:solidFill>
                  <a:schemeClr val="tx1"/>
                </a:solidFill>
                <a:latin typeface="Times New Roman" panose="02020603050405020304" pitchFamily="18" charset="0"/>
                <a:ea typeface="SimSun" panose="02010600030101010101" pitchFamily="2" charset="-122"/>
                <a:cs typeface="Times New Roman" panose="02020603050405020304" pitchFamily="18" charset="0"/>
              </a:rPr>
              <a:t>the</a:t>
            </a:r>
            <a:r>
              <a:rPr lang="en-US" altLang="zh-CN" sz="1900" b="0" i="0" u="none" strike="noStrike" kern="1200" cap="none" spc="570" baseline="0" dirty="0">
                <a:solidFill>
                  <a:schemeClr val="tx1"/>
                </a:solidFill>
                <a:latin typeface="Times New Roman" panose="02020603050405020304" pitchFamily="18" charset="0"/>
                <a:ea typeface="SimSun" panose="02010600030101010101" pitchFamily="2" charset="-122"/>
                <a:cs typeface="Times New Roman" panose="02020603050405020304" pitchFamily="18" charset="0"/>
              </a:rPr>
              <a:t> </a:t>
            </a:r>
            <a:r>
              <a:rPr lang="en-US" altLang="zh-CN" sz="1900" b="0" i="0" u="none" strike="noStrike" kern="1200" cap="none" spc="65" baseline="0" dirty="0">
                <a:solidFill>
                  <a:schemeClr val="tx1"/>
                </a:solidFill>
                <a:latin typeface="Times New Roman" panose="02020603050405020304" pitchFamily="18" charset="0"/>
                <a:ea typeface="SimSun" panose="02010600030101010101" pitchFamily="2" charset="-122"/>
                <a:cs typeface="Times New Roman" panose="02020603050405020304" pitchFamily="18" charset="0"/>
              </a:rPr>
              <a:t>need</a:t>
            </a:r>
            <a:r>
              <a:rPr lang="en-US" altLang="zh-CN" sz="1900" b="0" i="0" u="none" strike="noStrike" kern="1200" cap="none" spc="575" baseline="0" dirty="0">
                <a:solidFill>
                  <a:schemeClr val="tx1"/>
                </a:solidFill>
                <a:latin typeface="Times New Roman" panose="02020603050405020304" pitchFamily="18" charset="0"/>
                <a:ea typeface="SimSun" panose="02010600030101010101" pitchFamily="2" charset="-122"/>
                <a:cs typeface="Times New Roman" panose="02020603050405020304" pitchFamily="18" charset="0"/>
              </a:rPr>
              <a:t> </a:t>
            </a:r>
            <a:r>
              <a:rPr lang="en-US" altLang="zh-CN" sz="1900" b="0" i="0" u="none" strike="noStrike" kern="1200" cap="none" spc="105" baseline="0" dirty="0">
                <a:solidFill>
                  <a:schemeClr val="tx1"/>
                </a:solidFill>
                <a:latin typeface="Times New Roman" panose="02020603050405020304" pitchFamily="18" charset="0"/>
                <a:ea typeface="SimSun" panose="02010600030101010101" pitchFamily="2" charset="-122"/>
                <a:cs typeface="Times New Roman" panose="02020603050405020304" pitchFamily="18" charset="0"/>
              </a:rPr>
              <a:t>for</a:t>
            </a:r>
            <a:r>
              <a:rPr lang="en-US" altLang="zh-CN" sz="1900" b="0" i="0" u="none" strike="noStrike" kern="1200" cap="none" spc="570" baseline="0" dirty="0">
                <a:solidFill>
                  <a:schemeClr val="tx1"/>
                </a:solidFill>
                <a:latin typeface="Times New Roman" panose="02020603050405020304" pitchFamily="18" charset="0"/>
                <a:ea typeface="SimSun" panose="02010600030101010101" pitchFamily="2" charset="-122"/>
                <a:cs typeface="Times New Roman" panose="02020603050405020304" pitchFamily="18" charset="0"/>
              </a:rPr>
              <a:t> </a:t>
            </a:r>
            <a:r>
              <a:rPr lang="en-US" altLang="zh-CN" sz="1900" b="0" i="0" u="none" strike="noStrike" kern="1200" cap="none" spc="0" baseline="0" dirty="0">
                <a:solidFill>
                  <a:schemeClr val="tx1"/>
                </a:solidFill>
                <a:latin typeface="Times New Roman" panose="02020603050405020304" pitchFamily="18" charset="0"/>
                <a:ea typeface="SimSun" panose="02010600030101010101" pitchFamily="2" charset="-122"/>
                <a:cs typeface="Times New Roman" panose="02020603050405020304" pitchFamily="18" charset="0"/>
              </a:rPr>
              <a:t>systems</a:t>
            </a:r>
            <a:r>
              <a:rPr lang="en-US" altLang="zh-CN" sz="1900" b="0" i="0" u="none" strike="noStrike" kern="1200" cap="none" spc="575" baseline="0" dirty="0">
                <a:solidFill>
                  <a:schemeClr val="tx1"/>
                </a:solidFill>
                <a:latin typeface="Times New Roman" panose="02020603050405020304" pitchFamily="18" charset="0"/>
                <a:ea typeface="SimSun" panose="02010600030101010101" pitchFamily="2" charset="-122"/>
                <a:cs typeface="Times New Roman" panose="02020603050405020304" pitchFamily="18" charset="0"/>
              </a:rPr>
              <a:t> </a:t>
            </a:r>
            <a:r>
              <a:rPr lang="en-US" altLang="zh-CN" sz="1900" b="0" i="0" u="none" strike="noStrike" kern="1200" cap="none" spc="175" baseline="0" dirty="0">
                <a:solidFill>
                  <a:schemeClr val="tx1"/>
                </a:solidFill>
                <a:latin typeface="Times New Roman" panose="02020603050405020304" pitchFamily="18" charset="0"/>
                <a:ea typeface="SimSun" panose="02010600030101010101" pitchFamily="2" charset="-122"/>
                <a:cs typeface="Times New Roman" panose="02020603050405020304" pitchFamily="18" charset="0"/>
              </a:rPr>
              <a:t>that</a:t>
            </a:r>
            <a:r>
              <a:rPr lang="en-US" altLang="zh-CN" sz="1900" b="0" i="0" u="none" strike="noStrike" kern="1200" cap="none" spc="570" baseline="0" dirty="0">
                <a:solidFill>
                  <a:schemeClr val="tx1"/>
                </a:solidFill>
                <a:latin typeface="Times New Roman" panose="02020603050405020304" pitchFamily="18" charset="0"/>
                <a:ea typeface="SimSun" panose="02010600030101010101" pitchFamily="2" charset="-122"/>
                <a:cs typeface="Times New Roman" panose="02020603050405020304" pitchFamily="18" charset="0"/>
              </a:rPr>
              <a:t> </a:t>
            </a:r>
            <a:r>
              <a:rPr lang="en-US" altLang="zh-CN" sz="1900" b="0" i="0" u="none" strike="noStrike" kern="1200" cap="none" spc="125" baseline="0" dirty="0">
                <a:solidFill>
                  <a:schemeClr val="tx1"/>
                </a:solidFill>
                <a:latin typeface="Times New Roman" panose="02020603050405020304" pitchFamily="18" charset="0"/>
                <a:ea typeface="SimSun" panose="02010600030101010101" pitchFamily="2" charset="-122"/>
                <a:cs typeface="Times New Roman" panose="02020603050405020304" pitchFamily="18" charset="0"/>
              </a:rPr>
              <a:t>monitor </a:t>
            </a:r>
            <a:r>
              <a:rPr lang="en-US" altLang="zh-CN" sz="1900" b="0" i="0" u="none" strike="noStrike" kern="1200" cap="none" spc="65" baseline="0" dirty="0">
                <a:solidFill>
                  <a:schemeClr val="tx1"/>
                </a:solidFill>
                <a:latin typeface="Times New Roman" panose="02020603050405020304" pitchFamily="18" charset="0"/>
                <a:ea typeface="SimSun" panose="02010600030101010101" pitchFamily="2" charset="-122"/>
                <a:cs typeface="Times New Roman" panose="02020603050405020304" pitchFamily="18" charset="0"/>
              </a:rPr>
              <a:t>driving</a:t>
            </a:r>
            <a:r>
              <a:rPr lang="en-US" altLang="zh-CN" sz="1900" b="0" i="0" u="none" strike="noStrike" kern="1200" cap="none" spc="80" baseline="0" dirty="0">
                <a:solidFill>
                  <a:schemeClr val="tx1"/>
                </a:solidFill>
                <a:latin typeface="Times New Roman" panose="02020603050405020304" pitchFamily="18" charset="0"/>
                <a:ea typeface="SimSun" panose="02010600030101010101" pitchFamily="2" charset="-122"/>
                <a:cs typeface="Times New Roman" panose="02020603050405020304" pitchFamily="18" charset="0"/>
              </a:rPr>
              <a:t> </a:t>
            </a:r>
            <a:r>
              <a:rPr lang="en-US" altLang="zh-CN" sz="1900" b="0" i="0" u="none" strike="noStrike" kern="1200" cap="none" spc="95" baseline="0" dirty="0">
                <a:solidFill>
                  <a:schemeClr val="tx1"/>
                </a:solidFill>
                <a:latin typeface="Times New Roman" panose="02020603050405020304" pitchFamily="18" charset="0"/>
                <a:ea typeface="SimSun" panose="02010600030101010101" pitchFamily="2" charset="-122"/>
                <a:cs typeface="Times New Roman" panose="02020603050405020304" pitchFamily="18" charset="0"/>
              </a:rPr>
              <a:t>behavior</a:t>
            </a:r>
            <a:r>
              <a:rPr lang="en-US" altLang="zh-CN" sz="1900" b="0" i="0" u="none" strike="noStrike" kern="1200" cap="none" spc="80" baseline="0" dirty="0">
                <a:solidFill>
                  <a:schemeClr val="tx1"/>
                </a:solidFill>
                <a:latin typeface="Times New Roman" panose="02020603050405020304" pitchFamily="18" charset="0"/>
                <a:ea typeface="SimSun" panose="02010600030101010101" pitchFamily="2" charset="-122"/>
                <a:cs typeface="Times New Roman" panose="02020603050405020304" pitchFamily="18" charset="0"/>
              </a:rPr>
              <a:t> </a:t>
            </a:r>
            <a:r>
              <a:rPr lang="en-US" altLang="zh-CN" sz="1900" b="0" i="0" u="none" strike="noStrike" kern="1200" cap="none" spc="165" baseline="0" dirty="0">
                <a:solidFill>
                  <a:schemeClr val="tx1"/>
                </a:solidFill>
                <a:latin typeface="Times New Roman" panose="02020603050405020304" pitchFamily="18" charset="0"/>
                <a:ea typeface="SimSun" panose="02010600030101010101" pitchFamily="2" charset="-122"/>
                <a:cs typeface="Times New Roman" panose="02020603050405020304" pitchFamily="18" charset="0"/>
              </a:rPr>
              <a:t>and</a:t>
            </a:r>
            <a:r>
              <a:rPr lang="en-US" altLang="zh-CN" sz="1900" b="0" i="0" u="none" strike="noStrike" kern="1200" cap="none" spc="85" baseline="0" dirty="0">
                <a:solidFill>
                  <a:schemeClr val="tx1"/>
                </a:solidFill>
                <a:latin typeface="Times New Roman" panose="02020603050405020304" pitchFamily="18" charset="0"/>
                <a:ea typeface="SimSun" panose="02010600030101010101" pitchFamily="2" charset="-122"/>
                <a:cs typeface="Times New Roman" panose="02020603050405020304" pitchFamily="18" charset="0"/>
              </a:rPr>
              <a:t> </a:t>
            </a:r>
            <a:r>
              <a:rPr lang="en-US" altLang="zh-CN" sz="1900" b="0" i="0" u="none" strike="noStrike" kern="1200" cap="none" spc="70" baseline="0" dirty="0">
                <a:solidFill>
                  <a:schemeClr val="tx1"/>
                </a:solidFill>
                <a:latin typeface="Times New Roman" panose="02020603050405020304" pitchFamily="18" charset="0"/>
                <a:ea typeface="SimSun" panose="02010600030101010101" pitchFamily="2" charset="-122"/>
                <a:cs typeface="Times New Roman" panose="02020603050405020304" pitchFamily="18" charset="0"/>
              </a:rPr>
              <a:t>detect</a:t>
            </a:r>
            <a:r>
              <a:rPr lang="en-US" altLang="zh-CN" sz="1900" b="0" i="0" u="none" strike="noStrike" kern="1200" cap="none" spc="80" baseline="0" dirty="0">
                <a:solidFill>
                  <a:schemeClr val="tx1"/>
                </a:solidFill>
                <a:latin typeface="Times New Roman" panose="02020603050405020304" pitchFamily="18" charset="0"/>
                <a:ea typeface="SimSun" panose="02010600030101010101" pitchFamily="2" charset="-122"/>
                <a:cs typeface="Times New Roman" panose="02020603050405020304" pitchFamily="18" charset="0"/>
              </a:rPr>
              <a:t> </a:t>
            </a:r>
            <a:r>
              <a:rPr lang="en-US" altLang="zh-CN" sz="1900" b="0" i="0" u="none" strike="noStrike" kern="1200" cap="none" spc="50" baseline="0" dirty="0">
                <a:solidFill>
                  <a:schemeClr val="tx1"/>
                </a:solidFill>
                <a:latin typeface="Times New Roman" panose="02020603050405020304" pitchFamily="18" charset="0"/>
                <a:ea typeface="SimSun" panose="02010600030101010101" pitchFamily="2" charset="-122"/>
                <a:cs typeface="Times New Roman" panose="02020603050405020304" pitchFamily="18" charset="0"/>
              </a:rPr>
              <a:t>critical</a:t>
            </a:r>
            <a:r>
              <a:rPr lang="en-US" altLang="zh-CN" sz="1900" b="0" i="0" u="none" strike="noStrike" kern="1200" cap="none" spc="80" baseline="0" dirty="0">
                <a:solidFill>
                  <a:schemeClr val="tx1"/>
                </a:solidFill>
                <a:latin typeface="Times New Roman" panose="02020603050405020304" pitchFamily="18" charset="0"/>
                <a:ea typeface="SimSun" panose="02010600030101010101" pitchFamily="2" charset="-122"/>
                <a:cs typeface="Times New Roman" panose="02020603050405020304" pitchFamily="18" charset="0"/>
              </a:rPr>
              <a:t> </a:t>
            </a:r>
            <a:r>
              <a:rPr lang="en-US" altLang="zh-CN" sz="1900" b="0" i="0" u="none" strike="noStrike" kern="1200" cap="none" spc="0" baseline="0" dirty="0">
                <a:solidFill>
                  <a:schemeClr val="tx1"/>
                </a:solidFill>
                <a:latin typeface="Times New Roman" panose="02020603050405020304" pitchFamily="18" charset="0"/>
                <a:ea typeface="SimSun" panose="02010600030101010101" pitchFamily="2" charset="-122"/>
                <a:cs typeface="Times New Roman" panose="02020603050405020304" pitchFamily="18" charset="0"/>
              </a:rPr>
              <a:t>events</a:t>
            </a:r>
            <a:r>
              <a:rPr lang="en-US" altLang="zh-CN" sz="1900" b="0" i="0" u="none" strike="noStrike" kern="1200" cap="none" spc="85" baseline="0" dirty="0">
                <a:solidFill>
                  <a:schemeClr val="tx1"/>
                </a:solidFill>
                <a:latin typeface="Times New Roman" panose="02020603050405020304" pitchFamily="18" charset="0"/>
                <a:ea typeface="SimSun" panose="02010600030101010101" pitchFamily="2" charset="-122"/>
                <a:cs typeface="Times New Roman" panose="02020603050405020304" pitchFamily="18" charset="0"/>
              </a:rPr>
              <a:t> </a:t>
            </a:r>
            <a:r>
              <a:rPr lang="en-US" altLang="zh-CN" sz="1900" b="0" i="0" u="none" strike="noStrike" kern="1200" cap="none" spc="60" baseline="0" dirty="0">
                <a:solidFill>
                  <a:schemeClr val="tx1"/>
                </a:solidFill>
                <a:latin typeface="Times New Roman" panose="02020603050405020304" pitchFamily="18" charset="0"/>
                <a:ea typeface="SimSun" panose="02010600030101010101" pitchFamily="2" charset="-122"/>
                <a:cs typeface="Times New Roman" panose="02020603050405020304" pitchFamily="18" charset="0"/>
              </a:rPr>
              <a:t>became</a:t>
            </a:r>
            <a:r>
              <a:rPr lang="en-US" altLang="zh-CN" sz="1900" b="0" i="0" u="none" strike="noStrike" kern="1200" cap="none" spc="80" baseline="0" dirty="0">
                <a:solidFill>
                  <a:schemeClr val="tx1"/>
                </a:solidFill>
                <a:latin typeface="Times New Roman" panose="02020603050405020304" pitchFamily="18" charset="0"/>
                <a:ea typeface="SimSun" panose="02010600030101010101" pitchFamily="2" charset="-122"/>
                <a:cs typeface="Times New Roman" panose="02020603050405020304" pitchFamily="18" charset="0"/>
              </a:rPr>
              <a:t> </a:t>
            </a:r>
            <a:r>
              <a:rPr lang="en-US" altLang="zh-CN" sz="1900" b="0" i="0" u="none" strike="noStrike" kern="1200" cap="none" spc="0" baseline="0" dirty="0">
                <a:solidFill>
                  <a:schemeClr val="tx1"/>
                </a:solidFill>
                <a:latin typeface="Times New Roman" panose="02020603050405020304" pitchFamily="18" charset="0"/>
                <a:ea typeface="SimSun" panose="02010600030101010101" pitchFamily="2" charset="-122"/>
                <a:cs typeface="Times New Roman" panose="02020603050405020304" pitchFamily="18" charset="0"/>
              </a:rPr>
              <a:t>increasingly</a:t>
            </a:r>
            <a:r>
              <a:rPr lang="en-US" altLang="zh-CN" sz="1900" b="0" i="0" u="none" strike="noStrike" kern="1200" cap="none" spc="80" baseline="0" dirty="0">
                <a:solidFill>
                  <a:schemeClr val="tx1"/>
                </a:solidFill>
                <a:latin typeface="Times New Roman" panose="02020603050405020304" pitchFamily="18" charset="0"/>
                <a:ea typeface="SimSun" panose="02010600030101010101" pitchFamily="2" charset="-122"/>
                <a:cs typeface="Times New Roman" panose="02020603050405020304" pitchFamily="18" charset="0"/>
              </a:rPr>
              <a:t> </a:t>
            </a:r>
            <a:r>
              <a:rPr lang="en-US" altLang="zh-CN" sz="1900" b="0" i="0" u="none" strike="noStrike" kern="1200" cap="none" spc="135" baseline="0" dirty="0">
                <a:solidFill>
                  <a:schemeClr val="tx1"/>
                </a:solidFill>
                <a:latin typeface="Times New Roman" panose="02020603050405020304" pitchFamily="18" charset="0"/>
                <a:ea typeface="SimSun" panose="02010600030101010101" pitchFamily="2" charset="-122"/>
                <a:cs typeface="Times New Roman" panose="02020603050405020304" pitchFamily="18" charset="0"/>
              </a:rPr>
              <a:t>important.</a:t>
            </a:r>
            <a:r>
              <a:rPr lang="en-US" altLang="zh-CN" sz="1900" b="0" i="0" u="none" strike="noStrike" kern="1200" cap="none" spc="85" baseline="0" dirty="0">
                <a:solidFill>
                  <a:schemeClr val="tx1"/>
                </a:solidFill>
                <a:latin typeface="Times New Roman" panose="02020603050405020304" pitchFamily="18" charset="0"/>
                <a:ea typeface="SimSun" panose="02010600030101010101" pitchFamily="2" charset="-122"/>
                <a:cs typeface="Times New Roman" panose="02020603050405020304" pitchFamily="18" charset="0"/>
              </a:rPr>
              <a:t> </a:t>
            </a:r>
            <a:r>
              <a:rPr lang="en-US" altLang="zh-CN" sz="1900" b="0" i="0" u="none" strike="noStrike" kern="1200" cap="none" spc="170" baseline="0" dirty="0">
                <a:solidFill>
                  <a:schemeClr val="tx1"/>
                </a:solidFill>
                <a:latin typeface="Times New Roman" panose="02020603050405020304" pitchFamily="18" charset="0"/>
                <a:ea typeface="SimSun" panose="02010600030101010101" pitchFamily="2" charset="-122"/>
                <a:cs typeface="Times New Roman" panose="02020603050405020304" pitchFamily="18" charset="0"/>
              </a:rPr>
              <a:t>To</a:t>
            </a:r>
            <a:r>
              <a:rPr lang="en-US" altLang="zh-CN" sz="1900" b="0" i="0" u="none" strike="noStrike" kern="1200" cap="none" spc="80" baseline="0" dirty="0">
                <a:solidFill>
                  <a:schemeClr val="tx1"/>
                </a:solidFill>
                <a:latin typeface="Times New Roman" panose="02020603050405020304" pitchFamily="18" charset="0"/>
                <a:ea typeface="SimSun" panose="02010600030101010101" pitchFamily="2" charset="-122"/>
                <a:cs typeface="Times New Roman" panose="02020603050405020304" pitchFamily="18" charset="0"/>
              </a:rPr>
              <a:t> address </a:t>
            </a:r>
            <a:r>
              <a:rPr lang="en-US" altLang="zh-CN" sz="1900" b="0" i="0" u="none" strike="noStrike" kern="1200" cap="none" spc="70" baseline="0" dirty="0">
                <a:solidFill>
                  <a:schemeClr val="tx1"/>
                </a:solidFill>
                <a:latin typeface="Times New Roman" panose="02020603050405020304" pitchFamily="18" charset="0"/>
                <a:ea typeface="SimSun" panose="02010600030101010101" pitchFamily="2" charset="-122"/>
                <a:cs typeface="Times New Roman" panose="02020603050405020304" pitchFamily="18" charset="0"/>
              </a:rPr>
              <a:t>this,</a:t>
            </a:r>
            <a:r>
              <a:rPr lang="en-US" altLang="zh-CN" sz="1900" b="0" i="0" u="none" strike="noStrike" kern="1200" cap="none" spc="85" baseline="0" dirty="0">
                <a:solidFill>
                  <a:schemeClr val="tx1"/>
                </a:solidFill>
                <a:latin typeface="Times New Roman" panose="02020603050405020304" pitchFamily="18" charset="0"/>
                <a:ea typeface="SimSun" panose="02010600030101010101" pitchFamily="2" charset="-122"/>
                <a:cs typeface="Times New Roman" panose="02020603050405020304" pitchFamily="18" charset="0"/>
              </a:rPr>
              <a:t> </a:t>
            </a:r>
            <a:r>
              <a:rPr lang="en-US" altLang="zh-CN" sz="1900" b="0" i="0" u="none" strike="noStrike" kern="1200" cap="none" spc="125" baseline="0" dirty="0">
                <a:solidFill>
                  <a:schemeClr val="tx1"/>
                </a:solidFill>
                <a:latin typeface="Times New Roman" panose="02020603050405020304" pitchFamily="18" charset="0"/>
                <a:ea typeface="SimSun" panose="02010600030101010101" pitchFamily="2" charset="-122"/>
                <a:cs typeface="Times New Roman" panose="02020603050405020304" pitchFamily="18" charset="0"/>
              </a:rPr>
              <a:t>a smart</a:t>
            </a:r>
            <a:r>
              <a:rPr lang="en-US" altLang="zh-CN" sz="1900" b="0" i="0" u="none" strike="noStrike" kern="1200" cap="none" spc="235" baseline="0" dirty="0">
                <a:solidFill>
                  <a:schemeClr val="tx1"/>
                </a:solidFill>
                <a:latin typeface="Times New Roman" panose="02020603050405020304" pitchFamily="18" charset="0"/>
                <a:ea typeface="SimSun" panose="02010600030101010101" pitchFamily="2" charset="-122"/>
                <a:cs typeface="Times New Roman" panose="02020603050405020304" pitchFamily="18" charset="0"/>
              </a:rPr>
              <a:t> </a:t>
            </a:r>
            <a:r>
              <a:rPr lang="en-US" altLang="zh-CN" sz="1900" b="0" i="0" u="none" strike="noStrike" kern="1200" cap="none" spc="0" baseline="0" dirty="0">
                <a:solidFill>
                  <a:schemeClr val="tx1"/>
                </a:solidFill>
                <a:latin typeface="Times New Roman" panose="02020603050405020304" pitchFamily="18" charset="0"/>
                <a:ea typeface="SimSun" panose="02010600030101010101" pitchFamily="2" charset="-122"/>
                <a:cs typeface="Times New Roman" panose="02020603050405020304" pitchFamily="18" charset="0"/>
              </a:rPr>
              <a:t>vehicle</a:t>
            </a:r>
            <a:r>
              <a:rPr lang="en-US" altLang="zh-CN" sz="1900" b="0" i="0" u="none" strike="noStrike" kern="1200" cap="none" spc="235" baseline="0" dirty="0">
                <a:solidFill>
                  <a:schemeClr val="tx1"/>
                </a:solidFill>
                <a:latin typeface="Times New Roman" panose="02020603050405020304" pitchFamily="18" charset="0"/>
                <a:ea typeface="SimSun" panose="02010600030101010101" pitchFamily="2" charset="-122"/>
                <a:cs typeface="Times New Roman" panose="02020603050405020304" pitchFamily="18" charset="0"/>
              </a:rPr>
              <a:t> </a:t>
            </a:r>
            <a:r>
              <a:rPr lang="en-US" altLang="zh-CN" sz="1900" b="0" i="0" u="none" strike="noStrike" kern="1200" cap="none" spc="55" baseline="0" dirty="0">
                <a:solidFill>
                  <a:schemeClr val="tx1"/>
                </a:solidFill>
                <a:latin typeface="Times New Roman" panose="02020603050405020304" pitchFamily="18" charset="0"/>
                <a:ea typeface="SimSun" panose="02010600030101010101" pitchFamily="2" charset="-122"/>
                <a:cs typeface="Times New Roman" panose="02020603050405020304" pitchFamily="18" charset="0"/>
              </a:rPr>
              <a:t>event</a:t>
            </a:r>
            <a:r>
              <a:rPr lang="en-US" altLang="zh-CN" sz="1900" b="0" i="0" u="none" strike="noStrike" kern="1200" cap="none" spc="240" baseline="0" dirty="0">
                <a:solidFill>
                  <a:schemeClr val="tx1"/>
                </a:solidFill>
                <a:latin typeface="Times New Roman" panose="02020603050405020304" pitchFamily="18" charset="0"/>
                <a:ea typeface="SimSun" panose="02010600030101010101" pitchFamily="2" charset="-122"/>
                <a:cs typeface="Times New Roman" panose="02020603050405020304" pitchFamily="18" charset="0"/>
              </a:rPr>
              <a:t> </a:t>
            </a:r>
            <a:r>
              <a:rPr lang="en-US" altLang="zh-CN" sz="1900" b="0" i="0" u="none" strike="noStrike" kern="1200" cap="none" spc="170" baseline="0" dirty="0">
                <a:solidFill>
                  <a:schemeClr val="tx1"/>
                </a:solidFill>
                <a:latin typeface="Times New Roman" panose="02020603050405020304" pitchFamily="18" charset="0"/>
                <a:ea typeface="SimSun" panose="02010600030101010101" pitchFamily="2" charset="-122"/>
                <a:cs typeface="Times New Roman" panose="02020603050405020304" pitchFamily="18" charset="0"/>
              </a:rPr>
              <a:t>data</a:t>
            </a:r>
            <a:r>
              <a:rPr lang="en-US" altLang="zh-CN" sz="1900" b="0" i="0" u="none" strike="noStrike" kern="1200" cap="none" spc="235" baseline="0" dirty="0">
                <a:solidFill>
                  <a:schemeClr val="tx1"/>
                </a:solidFill>
                <a:latin typeface="Times New Roman" panose="02020603050405020304" pitchFamily="18" charset="0"/>
                <a:ea typeface="SimSun" panose="02010600030101010101" pitchFamily="2" charset="-122"/>
                <a:cs typeface="Times New Roman" panose="02020603050405020304" pitchFamily="18" charset="0"/>
              </a:rPr>
              <a:t> </a:t>
            </a:r>
            <a:r>
              <a:rPr lang="en-US" altLang="zh-CN" sz="1900" b="0" i="0" u="none" strike="noStrike" kern="1200" cap="none" spc="90" baseline="0" dirty="0">
                <a:solidFill>
                  <a:schemeClr val="tx1"/>
                </a:solidFill>
                <a:latin typeface="Times New Roman" panose="02020603050405020304" pitchFamily="18" charset="0"/>
                <a:ea typeface="SimSun" panose="02010600030101010101" pitchFamily="2" charset="-122"/>
                <a:cs typeface="Times New Roman" panose="02020603050405020304" pitchFamily="18" charset="0"/>
              </a:rPr>
              <a:t>recorder</a:t>
            </a:r>
            <a:r>
              <a:rPr lang="en-US" altLang="zh-CN" sz="1900" b="0" i="0" u="none" strike="noStrike" kern="1200" cap="none" spc="235" baseline="0" dirty="0">
                <a:solidFill>
                  <a:schemeClr val="tx1"/>
                </a:solidFill>
                <a:latin typeface="Times New Roman" panose="02020603050405020304" pitchFamily="18" charset="0"/>
                <a:ea typeface="SimSun" panose="02010600030101010101" pitchFamily="2" charset="-122"/>
                <a:cs typeface="Times New Roman" panose="02020603050405020304" pitchFamily="18" charset="0"/>
              </a:rPr>
              <a:t> </a:t>
            </a:r>
            <a:r>
              <a:rPr lang="en-US" altLang="zh-CN" sz="1900" b="0" i="0" u="none" strike="noStrike" kern="1200" cap="none" spc="55" baseline="0" dirty="0">
                <a:solidFill>
                  <a:schemeClr val="tx1"/>
                </a:solidFill>
                <a:latin typeface="Times New Roman" panose="02020603050405020304" pitchFamily="18" charset="0"/>
                <a:ea typeface="SimSun" panose="02010600030101010101" pitchFamily="2" charset="-122"/>
                <a:cs typeface="Times New Roman" panose="02020603050405020304" pitchFamily="18" charset="0"/>
              </a:rPr>
              <a:t>using</a:t>
            </a:r>
            <a:r>
              <a:rPr lang="en-US" altLang="zh-CN" sz="1900" b="0" i="0" u="none" strike="noStrike" kern="1200" cap="none" spc="235" baseline="0" dirty="0">
                <a:solidFill>
                  <a:schemeClr val="tx1"/>
                </a:solidFill>
                <a:latin typeface="Times New Roman" panose="02020603050405020304" pitchFamily="18" charset="0"/>
                <a:ea typeface="SimSun" panose="02010600030101010101" pitchFamily="2" charset="-122"/>
                <a:cs typeface="Times New Roman" panose="02020603050405020304" pitchFamily="18" charset="0"/>
              </a:rPr>
              <a:t> </a:t>
            </a:r>
            <a:r>
              <a:rPr lang="en-US" altLang="zh-CN" sz="1900" b="0" i="0" u="none" strike="noStrike" kern="1200" cap="none" spc="170" baseline="0" dirty="0">
                <a:solidFill>
                  <a:schemeClr val="tx1"/>
                </a:solidFill>
                <a:latin typeface="Times New Roman" panose="02020603050405020304" pitchFamily="18" charset="0"/>
                <a:ea typeface="SimSun" panose="02010600030101010101" pitchFamily="2" charset="-122"/>
                <a:cs typeface="Times New Roman" panose="02020603050405020304" pitchFamily="18" charset="0"/>
              </a:rPr>
              <a:t>IoT</a:t>
            </a:r>
            <a:r>
              <a:rPr lang="en-US" altLang="zh-CN" sz="1900" b="0" i="0" u="none" strike="noStrike" kern="1200" cap="none" spc="240" baseline="0" dirty="0">
                <a:solidFill>
                  <a:schemeClr val="tx1"/>
                </a:solidFill>
                <a:latin typeface="Times New Roman" panose="02020603050405020304" pitchFamily="18" charset="0"/>
                <a:ea typeface="SimSun" panose="02010600030101010101" pitchFamily="2" charset="-122"/>
                <a:cs typeface="Times New Roman" panose="02020603050405020304" pitchFamily="18" charset="0"/>
              </a:rPr>
              <a:t> </a:t>
            </a:r>
            <a:r>
              <a:rPr lang="en-US" altLang="zh-CN" sz="1900" b="0" i="0" u="none" strike="noStrike" kern="1200" cap="none" spc="0" baseline="0" dirty="0">
                <a:solidFill>
                  <a:schemeClr val="tx1"/>
                </a:solidFill>
                <a:latin typeface="Times New Roman" panose="02020603050405020304" pitchFamily="18" charset="0"/>
                <a:ea typeface="SimSun" panose="02010600030101010101" pitchFamily="2" charset="-122"/>
                <a:cs typeface="Times New Roman" panose="02020603050405020304" pitchFamily="18" charset="0"/>
              </a:rPr>
              <a:t>is</a:t>
            </a:r>
            <a:r>
              <a:rPr lang="en-US" altLang="zh-CN" sz="1900" b="0" i="0" u="none" strike="noStrike" kern="1200" cap="none" spc="235" baseline="0" dirty="0">
                <a:solidFill>
                  <a:schemeClr val="tx1"/>
                </a:solidFill>
                <a:latin typeface="Times New Roman" panose="02020603050405020304" pitchFamily="18" charset="0"/>
                <a:ea typeface="SimSun" panose="02010600030101010101" pitchFamily="2" charset="-122"/>
                <a:cs typeface="Times New Roman" panose="02020603050405020304" pitchFamily="18" charset="0"/>
              </a:rPr>
              <a:t> </a:t>
            </a:r>
            <a:r>
              <a:rPr lang="en-US" altLang="zh-CN" sz="1900" b="0" i="0" u="none" strike="noStrike" kern="1200" cap="none" spc="45" baseline="0" dirty="0">
                <a:solidFill>
                  <a:schemeClr val="tx1"/>
                </a:solidFill>
                <a:latin typeface="Times New Roman" panose="02020603050405020304" pitchFamily="18" charset="0"/>
                <a:ea typeface="SimSun" panose="02010600030101010101" pitchFamily="2" charset="-122"/>
                <a:cs typeface="Times New Roman" panose="02020603050405020304" pitchFamily="18" charset="0"/>
              </a:rPr>
              <a:t>designed</a:t>
            </a:r>
            <a:r>
              <a:rPr lang="en-US" altLang="zh-CN" sz="1900" b="0" i="0" u="none" strike="noStrike" kern="1200" cap="none" spc="235" baseline="0" dirty="0">
                <a:solidFill>
                  <a:schemeClr val="tx1"/>
                </a:solidFill>
                <a:latin typeface="Times New Roman" panose="02020603050405020304" pitchFamily="18" charset="0"/>
                <a:ea typeface="SimSun" panose="02010600030101010101" pitchFamily="2" charset="-122"/>
                <a:cs typeface="Times New Roman" panose="02020603050405020304" pitchFamily="18" charset="0"/>
              </a:rPr>
              <a:t> </a:t>
            </a:r>
            <a:r>
              <a:rPr lang="en-US" altLang="zh-CN" sz="1900" b="0" i="0" u="none" strike="noStrike" kern="1200" cap="none" spc="80" baseline="0" dirty="0">
                <a:solidFill>
                  <a:schemeClr val="tx1"/>
                </a:solidFill>
                <a:latin typeface="Times New Roman" panose="02020603050405020304" pitchFamily="18" charset="0"/>
                <a:ea typeface="SimSun" panose="02010600030101010101" pitchFamily="2" charset="-122"/>
                <a:cs typeface="Times New Roman" panose="02020603050405020304" pitchFamily="18" charset="0"/>
              </a:rPr>
              <a:t>as</a:t>
            </a:r>
            <a:r>
              <a:rPr lang="en-US" altLang="zh-CN" sz="1900" b="0" i="0" u="none" strike="noStrike" kern="1200" cap="none" spc="240" baseline="0" dirty="0">
                <a:solidFill>
                  <a:schemeClr val="tx1"/>
                </a:solidFill>
                <a:latin typeface="Times New Roman" panose="02020603050405020304" pitchFamily="18" charset="0"/>
                <a:ea typeface="SimSun" panose="02010600030101010101" pitchFamily="2" charset="-122"/>
                <a:cs typeface="Times New Roman" panose="02020603050405020304" pitchFamily="18" charset="0"/>
              </a:rPr>
              <a:t> </a:t>
            </a:r>
            <a:r>
              <a:rPr lang="en-US" altLang="zh-CN" sz="1900" b="0" i="0" u="none" strike="noStrike" kern="1200" cap="none" spc="0" baseline="0" dirty="0">
                <a:solidFill>
                  <a:schemeClr val="tx1"/>
                </a:solidFill>
                <a:latin typeface="Times New Roman" panose="02020603050405020304" pitchFamily="18" charset="0"/>
                <a:ea typeface="SimSun" panose="02010600030101010101" pitchFamily="2" charset="-122"/>
                <a:cs typeface="Times New Roman" panose="02020603050405020304" pitchFamily="18" charset="0"/>
              </a:rPr>
              <a:t>safety</a:t>
            </a:r>
            <a:r>
              <a:rPr lang="en-US" altLang="zh-CN" sz="1900" b="0" i="0" u="none" strike="noStrike" kern="1200" cap="none" spc="235" baseline="0" dirty="0">
                <a:solidFill>
                  <a:schemeClr val="tx1"/>
                </a:solidFill>
                <a:latin typeface="Times New Roman" panose="02020603050405020304" pitchFamily="18" charset="0"/>
                <a:ea typeface="SimSun" panose="02010600030101010101" pitchFamily="2" charset="-122"/>
                <a:cs typeface="Times New Roman" panose="02020603050405020304" pitchFamily="18" charset="0"/>
              </a:rPr>
              <a:t> </a:t>
            </a:r>
            <a:r>
              <a:rPr lang="en-US" altLang="zh-CN" sz="1900" b="0" i="0" u="none" strike="noStrike" kern="1200" cap="none" spc="90" baseline="0" dirty="0">
                <a:solidFill>
                  <a:schemeClr val="tx1"/>
                </a:solidFill>
                <a:latin typeface="Times New Roman" panose="02020603050405020304" pitchFamily="18" charset="0"/>
                <a:ea typeface="SimSun" panose="02010600030101010101" pitchFamily="2" charset="-122"/>
                <a:cs typeface="Times New Roman" panose="02020603050405020304" pitchFamily="18" charset="0"/>
              </a:rPr>
              <a:t>solution.</a:t>
            </a:r>
            <a:r>
              <a:rPr lang="en-US" altLang="zh-CN" sz="1900" b="0" i="0" u="none" strike="noStrike" kern="1200" cap="none" spc="235" baseline="0" dirty="0">
                <a:solidFill>
                  <a:schemeClr val="tx1"/>
                </a:solidFill>
                <a:latin typeface="Times New Roman" panose="02020603050405020304" pitchFamily="18" charset="0"/>
                <a:ea typeface="SimSun" panose="02010600030101010101" pitchFamily="2" charset="-122"/>
                <a:cs typeface="Times New Roman" panose="02020603050405020304" pitchFamily="18" charset="0"/>
              </a:rPr>
              <a:t> </a:t>
            </a:r>
            <a:endParaRPr lang="en-US" altLang="zh-CN" sz="1900" b="0" i="0" u="none" strike="noStrike" kern="1200" cap="none" spc="235" baseline="0" dirty="0">
              <a:solidFill>
                <a:schemeClr val="tx1"/>
              </a:solidFill>
              <a:latin typeface="Times New Roman" panose="02020603050405020304" pitchFamily="18" charset="0"/>
              <a:ea typeface="SimSun" panose="02010600030101010101" pitchFamily="2" charset="-122"/>
              <a:cs typeface="Times New Roman" panose="02020603050405020304" pitchFamily="18" charset="0"/>
            </a:endParaRPr>
          </a:p>
          <a:p>
            <a:pPr marL="355600" indent="-342900" algn="just">
              <a:lnSpc>
                <a:spcPct val="150000"/>
              </a:lnSpc>
              <a:spcBef>
                <a:spcPts val="100"/>
              </a:spcBef>
              <a:spcAft>
                <a:spcPts val="0"/>
              </a:spcAft>
              <a:buFont typeface="Arial" panose="020B0604020202020204" pitchFamily="34" charset="0"/>
              <a:buChar char="•"/>
            </a:pPr>
            <a:r>
              <a:rPr lang="en-US" altLang="zh-CN" sz="1900" b="0" i="0" u="none" strike="noStrike" kern="1200" cap="none" spc="75" baseline="0" dirty="0">
                <a:solidFill>
                  <a:schemeClr val="tx1"/>
                </a:solidFill>
                <a:latin typeface="Times New Roman" panose="02020603050405020304" pitchFamily="18" charset="0"/>
                <a:ea typeface="SimSun" panose="02010600030101010101" pitchFamily="2" charset="-122"/>
                <a:cs typeface="Times New Roman" panose="02020603050405020304" pitchFamily="18" charset="0"/>
              </a:rPr>
              <a:t>This</a:t>
            </a:r>
            <a:r>
              <a:rPr lang="en-US" altLang="zh-CN" sz="1900" b="0" i="0" u="none" strike="noStrike" kern="1200" cap="none" spc="240" baseline="0" dirty="0">
                <a:solidFill>
                  <a:schemeClr val="tx1"/>
                </a:solidFill>
                <a:latin typeface="Times New Roman" panose="02020603050405020304" pitchFamily="18" charset="0"/>
                <a:ea typeface="SimSun" panose="02010600030101010101" pitchFamily="2" charset="-122"/>
                <a:cs typeface="Times New Roman" panose="02020603050405020304" pitchFamily="18" charset="0"/>
              </a:rPr>
              <a:t> </a:t>
            </a:r>
            <a:r>
              <a:rPr lang="en-US" altLang="zh-CN" sz="1900" b="0" i="0" u="none" strike="noStrike" kern="1200" cap="none" spc="0" baseline="0" dirty="0">
                <a:solidFill>
                  <a:schemeClr val="tx1"/>
                </a:solidFill>
                <a:latin typeface="Times New Roman" panose="02020603050405020304" pitchFamily="18" charset="0"/>
                <a:ea typeface="SimSun" panose="02010600030101010101" pitchFamily="2" charset="-122"/>
                <a:cs typeface="Times New Roman" panose="02020603050405020304" pitchFamily="18" charset="0"/>
              </a:rPr>
              <a:t>system</a:t>
            </a:r>
            <a:r>
              <a:rPr lang="en-US" altLang="zh-CN" sz="1900" b="0" i="0" u="none" strike="noStrike" kern="1200" cap="none" spc="235" baseline="0" dirty="0">
                <a:solidFill>
                  <a:schemeClr val="tx1"/>
                </a:solidFill>
                <a:latin typeface="Times New Roman" panose="02020603050405020304" pitchFamily="18" charset="0"/>
                <a:ea typeface="SimSun" panose="02010600030101010101" pitchFamily="2" charset="-122"/>
                <a:cs typeface="Times New Roman" panose="02020603050405020304" pitchFamily="18" charset="0"/>
              </a:rPr>
              <a:t> </a:t>
            </a:r>
            <a:r>
              <a:rPr lang="en-US" altLang="zh-CN" sz="1900" b="0" i="0" u="none" strike="noStrike" kern="1200" cap="none" spc="-25" baseline="0" dirty="0">
                <a:solidFill>
                  <a:schemeClr val="tx1"/>
                </a:solidFill>
                <a:latin typeface="Times New Roman" panose="02020603050405020304" pitchFamily="18" charset="0"/>
                <a:ea typeface="SimSun" panose="02010600030101010101" pitchFamily="2" charset="-122"/>
                <a:cs typeface="Times New Roman" panose="02020603050405020304" pitchFamily="18" charset="0"/>
              </a:rPr>
              <a:t>was </a:t>
            </a:r>
            <a:r>
              <a:rPr lang="en-US" altLang="zh-CN" sz="1900" b="0" i="0" u="none" strike="noStrike" kern="1200" cap="none" spc="95" baseline="0" dirty="0">
                <a:solidFill>
                  <a:schemeClr val="tx1"/>
                </a:solidFill>
                <a:latin typeface="Times New Roman" panose="02020603050405020304" pitchFamily="18" charset="0"/>
                <a:ea typeface="SimSun" panose="02010600030101010101" pitchFamily="2" charset="-122"/>
                <a:cs typeface="Times New Roman" panose="02020603050405020304" pitchFamily="18" charset="0"/>
              </a:rPr>
              <a:t>intended</a:t>
            </a:r>
            <a:r>
              <a:rPr lang="en-US" altLang="zh-CN" sz="1900" b="0" i="0" u="none" strike="noStrike" kern="1200" cap="none" spc="190" baseline="0" dirty="0">
                <a:solidFill>
                  <a:schemeClr val="tx1"/>
                </a:solidFill>
                <a:latin typeface="Times New Roman" panose="02020603050405020304" pitchFamily="18" charset="0"/>
                <a:ea typeface="SimSun" panose="02010600030101010101" pitchFamily="2" charset="-122"/>
                <a:cs typeface="Times New Roman" panose="02020603050405020304" pitchFamily="18" charset="0"/>
              </a:rPr>
              <a:t> </a:t>
            </a:r>
            <a:r>
              <a:rPr lang="en-US" altLang="zh-CN" sz="1900" b="0" i="0" u="none" strike="noStrike" kern="1200" cap="none" spc="170" baseline="0" dirty="0">
                <a:solidFill>
                  <a:schemeClr val="tx1"/>
                </a:solidFill>
                <a:latin typeface="Times New Roman" panose="02020603050405020304" pitchFamily="18" charset="0"/>
                <a:ea typeface="SimSun" panose="02010600030101010101" pitchFamily="2" charset="-122"/>
                <a:cs typeface="Times New Roman" panose="02020603050405020304" pitchFamily="18" charset="0"/>
              </a:rPr>
              <a:t>to</a:t>
            </a:r>
            <a:r>
              <a:rPr lang="en-US" altLang="zh-CN" sz="1900" b="0" i="0" u="none" strike="noStrike" kern="1200" cap="none" spc="190" baseline="0" dirty="0">
                <a:solidFill>
                  <a:schemeClr val="tx1"/>
                </a:solidFill>
                <a:latin typeface="Times New Roman" panose="02020603050405020304" pitchFamily="18" charset="0"/>
                <a:ea typeface="SimSun" panose="02010600030101010101" pitchFamily="2" charset="-122"/>
                <a:cs typeface="Times New Roman" panose="02020603050405020304" pitchFamily="18" charset="0"/>
              </a:rPr>
              <a:t> </a:t>
            </a:r>
            <a:r>
              <a:rPr lang="en-US" altLang="zh-CN" sz="1900" b="0" i="0" u="none" strike="noStrike" kern="1200" cap="none" spc="0" baseline="0" dirty="0">
                <a:solidFill>
                  <a:schemeClr val="tx1"/>
                </a:solidFill>
                <a:latin typeface="Times New Roman" panose="02020603050405020304" pitchFamily="18" charset="0"/>
                <a:ea typeface="SimSun" panose="02010600030101010101" pitchFamily="2" charset="-122"/>
                <a:cs typeface="Times New Roman" panose="02020603050405020304" pitchFamily="18" charset="0"/>
              </a:rPr>
              <a:t>collect</a:t>
            </a:r>
            <a:r>
              <a:rPr lang="en-US" altLang="zh-CN" sz="1900" b="0" i="0" u="none" strike="noStrike" kern="1200" cap="none" spc="190" baseline="0" dirty="0">
                <a:solidFill>
                  <a:schemeClr val="tx1"/>
                </a:solidFill>
                <a:latin typeface="Times New Roman" panose="02020603050405020304" pitchFamily="18" charset="0"/>
                <a:ea typeface="SimSun" panose="02010600030101010101" pitchFamily="2" charset="-122"/>
                <a:cs typeface="Times New Roman" panose="02020603050405020304" pitchFamily="18" charset="0"/>
              </a:rPr>
              <a:t> </a:t>
            </a:r>
            <a:r>
              <a:rPr lang="en-US" altLang="zh-CN" sz="1900" b="0" i="0" u="none" strike="noStrike" kern="1200" cap="none" spc="55" baseline="0" dirty="0">
                <a:solidFill>
                  <a:schemeClr val="tx1"/>
                </a:solidFill>
                <a:latin typeface="Times New Roman" panose="02020603050405020304" pitchFamily="18" charset="0"/>
                <a:ea typeface="SimSun" panose="02010600030101010101" pitchFamily="2" charset="-122"/>
                <a:cs typeface="Times New Roman" panose="02020603050405020304" pitchFamily="18" charset="0"/>
              </a:rPr>
              <a:t>real-</a:t>
            </a:r>
            <a:r>
              <a:rPr lang="en-US" altLang="zh-CN" sz="1900" b="0" i="0" u="none" strike="noStrike" kern="1200" cap="none" spc="65" baseline="0" dirty="0">
                <a:solidFill>
                  <a:schemeClr val="tx1"/>
                </a:solidFill>
                <a:latin typeface="Times New Roman" panose="02020603050405020304" pitchFamily="18" charset="0"/>
                <a:ea typeface="SimSun" panose="02010600030101010101" pitchFamily="2" charset="-122"/>
                <a:cs typeface="Times New Roman" panose="02020603050405020304" pitchFamily="18" charset="0"/>
              </a:rPr>
              <a:t>time</a:t>
            </a:r>
            <a:r>
              <a:rPr lang="en-US" altLang="zh-CN" sz="1900" b="0" i="0" u="none" strike="noStrike" kern="1200" cap="none" spc="195" baseline="0" dirty="0">
                <a:solidFill>
                  <a:schemeClr val="tx1"/>
                </a:solidFill>
                <a:latin typeface="Times New Roman" panose="02020603050405020304" pitchFamily="18" charset="0"/>
                <a:ea typeface="SimSun" panose="02010600030101010101" pitchFamily="2" charset="-122"/>
                <a:cs typeface="Times New Roman" panose="02020603050405020304" pitchFamily="18" charset="0"/>
              </a:rPr>
              <a:t> </a:t>
            </a:r>
            <a:r>
              <a:rPr lang="en-US" altLang="zh-CN" sz="1900" b="0" i="0" u="none" strike="noStrike" kern="1200" cap="none" spc="150" baseline="0" dirty="0">
                <a:solidFill>
                  <a:schemeClr val="tx1"/>
                </a:solidFill>
                <a:latin typeface="Times New Roman" panose="02020603050405020304" pitchFamily="18" charset="0"/>
                <a:ea typeface="SimSun" panose="02010600030101010101" pitchFamily="2" charset="-122"/>
                <a:cs typeface="Times New Roman" panose="02020603050405020304" pitchFamily="18" charset="0"/>
              </a:rPr>
              <a:t>data,</a:t>
            </a:r>
            <a:r>
              <a:rPr lang="en-US" altLang="zh-CN" sz="1900" b="0" i="0" u="none" strike="noStrike" kern="1200" cap="none" spc="190" baseline="0" dirty="0">
                <a:solidFill>
                  <a:schemeClr val="tx1"/>
                </a:solidFill>
                <a:latin typeface="Times New Roman" panose="02020603050405020304" pitchFamily="18" charset="0"/>
                <a:ea typeface="SimSun" panose="02010600030101010101" pitchFamily="2" charset="-122"/>
                <a:cs typeface="Times New Roman" panose="02020603050405020304" pitchFamily="18" charset="0"/>
              </a:rPr>
              <a:t> </a:t>
            </a:r>
            <a:r>
              <a:rPr lang="en-US" altLang="zh-CN" sz="1900" b="0" i="0" u="none" strike="noStrike" kern="1200" cap="none" spc="70" baseline="0" dirty="0">
                <a:solidFill>
                  <a:schemeClr val="tx1"/>
                </a:solidFill>
                <a:latin typeface="Times New Roman" panose="02020603050405020304" pitchFamily="18" charset="0"/>
                <a:ea typeface="SimSun" panose="02010600030101010101" pitchFamily="2" charset="-122"/>
                <a:cs typeface="Times New Roman" panose="02020603050405020304" pitchFamily="18" charset="0"/>
              </a:rPr>
              <a:t>detect</a:t>
            </a:r>
            <a:r>
              <a:rPr lang="en-US" altLang="zh-CN" sz="1900" b="0" i="0" u="none" strike="noStrike" kern="1200" cap="none" spc="190" baseline="0" dirty="0">
                <a:solidFill>
                  <a:schemeClr val="tx1"/>
                </a:solidFill>
                <a:latin typeface="Times New Roman" panose="02020603050405020304" pitchFamily="18" charset="0"/>
                <a:ea typeface="SimSun" panose="02010600030101010101" pitchFamily="2" charset="-122"/>
                <a:cs typeface="Times New Roman" panose="02020603050405020304" pitchFamily="18" charset="0"/>
              </a:rPr>
              <a:t> </a:t>
            </a:r>
            <a:r>
              <a:rPr lang="en-US" altLang="zh-CN" sz="1900" b="0" i="0" u="none" strike="noStrike" kern="1200" cap="none" spc="60" baseline="0" dirty="0">
                <a:solidFill>
                  <a:schemeClr val="tx1"/>
                </a:solidFill>
                <a:latin typeface="Times New Roman" panose="02020603050405020304" pitchFamily="18" charset="0"/>
                <a:ea typeface="SimSun" panose="02010600030101010101" pitchFamily="2" charset="-122"/>
                <a:cs typeface="Times New Roman" panose="02020603050405020304" pitchFamily="18" charset="0"/>
              </a:rPr>
              <a:t>accidents,</a:t>
            </a:r>
            <a:r>
              <a:rPr lang="en-US" altLang="zh-CN" sz="1900" b="0" i="0" u="none" strike="noStrike" kern="1200" cap="none" spc="195" baseline="0" dirty="0">
                <a:solidFill>
                  <a:schemeClr val="tx1"/>
                </a:solidFill>
                <a:latin typeface="Times New Roman" panose="02020603050405020304" pitchFamily="18" charset="0"/>
                <a:ea typeface="SimSun" panose="02010600030101010101" pitchFamily="2" charset="-122"/>
                <a:cs typeface="Times New Roman" panose="02020603050405020304" pitchFamily="18" charset="0"/>
              </a:rPr>
              <a:t> </a:t>
            </a:r>
            <a:r>
              <a:rPr lang="en-US" altLang="zh-CN" sz="1900" b="0" i="0" u="none" strike="noStrike" kern="1200" cap="none" spc="165" baseline="0" dirty="0">
                <a:solidFill>
                  <a:schemeClr val="tx1"/>
                </a:solidFill>
                <a:latin typeface="Times New Roman" panose="02020603050405020304" pitchFamily="18" charset="0"/>
                <a:ea typeface="SimSun" panose="02010600030101010101" pitchFamily="2" charset="-122"/>
                <a:cs typeface="Times New Roman" panose="02020603050405020304" pitchFamily="18" charset="0"/>
              </a:rPr>
              <a:t>and</a:t>
            </a:r>
            <a:r>
              <a:rPr lang="en-US" altLang="zh-CN" sz="1900" b="0" i="0" u="none" strike="noStrike" kern="1200" cap="none" spc="190" baseline="0" dirty="0">
                <a:solidFill>
                  <a:schemeClr val="tx1"/>
                </a:solidFill>
                <a:latin typeface="Times New Roman" panose="02020603050405020304" pitchFamily="18" charset="0"/>
                <a:ea typeface="SimSun" panose="02010600030101010101" pitchFamily="2" charset="-122"/>
                <a:cs typeface="Times New Roman" panose="02020603050405020304" pitchFamily="18" charset="0"/>
              </a:rPr>
              <a:t> </a:t>
            </a:r>
            <a:r>
              <a:rPr lang="en-US" altLang="zh-CN" sz="1900" b="0" i="0" u="none" strike="noStrike" kern="1200" cap="none" spc="80" baseline="0" dirty="0">
                <a:solidFill>
                  <a:schemeClr val="tx1"/>
                </a:solidFill>
                <a:latin typeface="Times New Roman" panose="02020603050405020304" pitchFamily="18" charset="0"/>
                <a:ea typeface="SimSun" panose="02010600030101010101" pitchFamily="2" charset="-122"/>
                <a:cs typeface="Times New Roman" panose="02020603050405020304" pitchFamily="18" charset="0"/>
              </a:rPr>
              <a:t>notify</a:t>
            </a:r>
            <a:r>
              <a:rPr lang="en-US" altLang="zh-CN" sz="1900" b="0" i="0" u="none" strike="noStrike" kern="1200" cap="none" spc="190" baseline="0" dirty="0">
                <a:solidFill>
                  <a:schemeClr val="tx1"/>
                </a:solidFill>
                <a:latin typeface="Times New Roman" panose="02020603050405020304" pitchFamily="18" charset="0"/>
                <a:ea typeface="SimSun" panose="02010600030101010101" pitchFamily="2" charset="-122"/>
                <a:cs typeface="Times New Roman" panose="02020603050405020304" pitchFamily="18" charset="0"/>
              </a:rPr>
              <a:t> </a:t>
            </a:r>
            <a:r>
              <a:rPr lang="en-US" altLang="zh-CN" sz="1900" b="0" i="0" u="none" strike="noStrike" kern="1200" cap="none" spc="0" baseline="0" dirty="0">
                <a:solidFill>
                  <a:schemeClr val="tx1"/>
                </a:solidFill>
                <a:latin typeface="Times New Roman" panose="02020603050405020304" pitchFamily="18" charset="0"/>
                <a:ea typeface="SimSun" panose="02010600030101010101" pitchFamily="2" charset="-122"/>
                <a:cs typeface="Times New Roman" panose="02020603050405020304" pitchFamily="18" charset="0"/>
              </a:rPr>
              <a:t>emergency</a:t>
            </a:r>
            <a:r>
              <a:rPr lang="en-US" altLang="zh-CN" sz="1900" b="0" i="0" u="none" strike="noStrike" kern="1200" cap="none" spc="190" baseline="0" dirty="0">
                <a:solidFill>
                  <a:schemeClr val="tx1"/>
                </a:solidFill>
                <a:latin typeface="Times New Roman" panose="02020603050405020304" pitchFamily="18" charset="0"/>
                <a:ea typeface="SimSun" panose="02010600030101010101" pitchFamily="2" charset="-122"/>
                <a:cs typeface="Times New Roman" panose="02020603050405020304" pitchFamily="18" charset="0"/>
              </a:rPr>
              <a:t> </a:t>
            </a:r>
            <a:r>
              <a:rPr lang="en-US" altLang="zh-CN" sz="1900" b="0" i="0" u="none" strike="noStrike" kern="1200" cap="none" spc="0" baseline="0" dirty="0">
                <a:solidFill>
                  <a:schemeClr val="tx1"/>
                </a:solidFill>
                <a:latin typeface="Times New Roman" panose="02020603050405020304" pitchFamily="18" charset="0"/>
                <a:ea typeface="SimSun" panose="02010600030101010101" pitchFamily="2" charset="-122"/>
                <a:cs typeface="Times New Roman" panose="02020603050405020304" pitchFamily="18" charset="0"/>
              </a:rPr>
              <a:t>services</a:t>
            </a:r>
            <a:r>
              <a:rPr lang="en-US" altLang="zh-CN" sz="1900" b="0" i="0" u="none" strike="noStrike" kern="1200" cap="none" spc="195" baseline="0" dirty="0">
                <a:solidFill>
                  <a:schemeClr val="tx1"/>
                </a:solidFill>
                <a:latin typeface="Times New Roman" panose="02020603050405020304" pitchFamily="18" charset="0"/>
                <a:ea typeface="SimSun" panose="02010600030101010101" pitchFamily="2" charset="-122"/>
                <a:cs typeface="Times New Roman" panose="02020603050405020304" pitchFamily="18" charset="0"/>
              </a:rPr>
              <a:t> </a:t>
            </a:r>
            <a:r>
              <a:rPr lang="en-US" altLang="zh-CN" sz="1900" b="0" i="0" u="none" strike="noStrike" kern="1200" cap="none" spc="75" baseline="0" dirty="0">
                <a:solidFill>
                  <a:schemeClr val="tx1"/>
                </a:solidFill>
                <a:latin typeface="Times New Roman" panose="02020603050405020304" pitchFamily="18" charset="0"/>
                <a:ea typeface="SimSun" panose="02010600030101010101" pitchFamily="2" charset="-122"/>
                <a:cs typeface="Times New Roman" panose="02020603050405020304" pitchFamily="18" charset="0"/>
              </a:rPr>
              <a:t>instantly, </a:t>
            </a:r>
            <a:r>
              <a:rPr lang="en-US" altLang="zh-CN" sz="1900" b="0" i="0" u="none" strike="noStrike" kern="1200" cap="none" spc="105" baseline="0" dirty="0">
                <a:solidFill>
                  <a:schemeClr val="tx1"/>
                </a:solidFill>
                <a:latin typeface="Times New Roman" panose="02020603050405020304" pitchFamily="18" charset="0"/>
                <a:ea typeface="SimSun" panose="02010600030101010101" pitchFamily="2" charset="-122"/>
                <a:cs typeface="Times New Roman" panose="02020603050405020304" pitchFamily="18" charset="0"/>
              </a:rPr>
              <a:t>contributing</a:t>
            </a:r>
            <a:r>
              <a:rPr lang="en-US" altLang="zh-CN" sz="1900" b="0" i="0" u="none" strike="noStrike" kern="1200" cap="none" spc="15" baseline="0" dirty="0">
                <a:solidFill>
                  <a:schemeClr val="tx1"/>
                </a:solidFill>
                <a:latin typeface="Times New Roman" panose="02020603050405020304" pitchFamily="18" charset="0"/>
                <a:ea typeface="SimSun" panose="02010600030101010101" pitchFamily="2" charset="-122"/>
                <a:cs typeface="Times New Roman" panose="02020603050405020304" pitchFamily="18" charset="0"/>
              </a:rPr>
              <a:t> </a:t>
            </a:r>
            <a:r>
              <a:rPr lang="en-US" altLang="zh-CN" sz="1900" b="0" i="0" u="none" strike="noStrike" kern="1200" cap="none" spc="170" baseline="0" dirty="0">
                <a:solidFill>
                  <a:schemeClr val="tx1"/>
                </a:solidFill>
                <a:latin typeface="Times New Roman" panose="02020603050405020304" pitchFamily="18" charset="0"/>
                <a:ea typeface="SimSun" panose="02010600030101010101" pitchFamily="2" charset="-122"/>
                <a:cs typeface="Times New Roman" panose="02020603050405020304" pitchFamily="18" charset="0"/>
              </a:rPr>
              <a:t>to</a:t>
            </a:r>
            <a:r>
              <a:rPr lang="en-US" altLang="zh-CN" sz="1900" b="0" i="0" u="none" strike="noStrike" kern="1200" cap="none" spc="20" baseline="0" dirty="0">
                <a:solidFill>
                  <a:schemeClr val="tx1"/>
                </a:solidFill>
                <a:latin typeface="Times New Roman" panose="02020603050405020304" pitchFamily="18" charset="0"/>
                <a:ea typeface="SimSun" panose="02010600030101010101" pitchFamily="2" charset="-122"/>
                <a:cs typeface="Times New Roman" panose="02020603050405020304" pitchFamily="18" charset="0"/>
              </a:rPr>
              <a:t> </a:t>
            </a:r>
            <a:r>
              <a:rPr lang="en-US" altLang="zh-CN" sz="1900" b="0" i="0" u="none" strike="noStrike" kern="1200" cap="none" spc="50" baseline="0" dirty="0">
                <a:solidFill>
                  <a:schemeClr val="tx1"/>
                </a:solidFill>
                <a:latin typeface="Times New Roman" panose="02020603050405020304" pitchFamily="18" charset="0"/>
                <a:ea typeface="SimSun" panose="02010600030101010101" pitchFamily="2" charset="-122"/>
                <a:cs typeface="Times New Roman" panose="02020603050405020304" pitchFamily="18" charset="0"/>
              </a:rPr>
              <a:t>safer</a:t>
            </a:r>
            <a:r>
              <a:rPr lang="en-US" altLang="zh-CN" sz="1900" b="0" i="0" u="none" strike="noStrike" kern="1200" cap="none" spc="20" baseline="0" dirty="0">
                <a:solidFill>
                  <a:schemeClr val="tx1"/>
                </a:solidFill>
                <a:latin typeface="Times New Roman" panose="02020603050405020304" pitchFamily="18" charset="0"/>
                <a:ea typeface="SimSun" panose="02010600030101010101" pitchFamily="2" charset="-122"/>
                <a:cs typeface="Times New Roman" panose="02020603050405020304" pitchFamily="18" charset="0"/>
              </a:rPr>
              <a:t> </a:t>
            </a:r>
            <a:r>
              <a:rPr lang="en-US" altLang="zh-CN" sz="1900" b="0" i="0" u="none" strike="noStrike" kern="1200" cap="none" spc="165" baseline="0" dirty="0">
                <a:solidFill>
                  <a:schemeClr val="tx1"/>
                </a:solidFill>
                <a:latin typeface="Times New Roman" panose="02020603050405020304" pitchFamily="18" charset="0"/>
                <a:ea typeface="SimSun" panose="02010600030101010101" pitchFamily="2" charset="-122"/>
                <a:cs typeface="Times New Roman" panose="02020603050405020304" pitchFamily="18" charset="0"/>
              </a:rPr>
              <a:t>and</a:t>
            </a:r>
            <a:r>
              <a:rPr lang="en-US" altLang="zh-CN" sz="1900" b="0" i="0" u="none" strike="noStrike" kern="1200" cap="none" spc="15" baseline="0" dirty="0">
                <a:solidFill>
                  <a:schemeClr val="tx1"/>
                </a:solidFill>
                <a:latin typeface="Times New Roman" panose="02020603050405020304" pitchFamily="18" charset="0"/>
                <a:ea typeface="SimSun" panose="02010600030101010101" pitchFamily="2" charset="-122"/>
                <a:cs typeface="Times New Roman" panose="02020603050405020304" pitchFamily="18" charset="0"/>
              </a:rPr>
              <a:t> </a:t>
            </a:r>
            <a:r>
              <a:rPr lang="en-US" altLang="zh-CN" sz="1900" b="0" i="0" u="none" strike="noStrike" kern="1200" cap="none" spc="105" baseline="0" dirty="0">
                <a:solidFill>
                  <a:schemeClr val="tx1"/>
                </a:solidFill>
                <a:latin typeface="Times New Roman" panose="02020603050405020304" pitchFamily="18" charset="0"/>
                <a:ea typeface="SimSun" panose="02010600030101010101" pitchFamily="2" charset="-122"/>
                <a:cs typeface="Times New Roman" panose="02020603050405020304" pitchFamily="18" charset="0"/>
              </a:rPr>
              <a:t>more</a:t>
            </a:r>
            <a:r>
              <a:rPr lang="en-US" altLang="zh-CN" sz="1900" b="0" i="0" u="none" strike="noStrike" kern="1200" cap="none" spc="20" baseline="0" dirty="0">
                <a:solidFill>
                  <a:schemeClr val="tx1"/>
                </a:solidFill>
                <a:latin typeface="Times New Roman" panose="02020603050405020304" pitchFamily="18" charset="0"/>
                <a:ea typeface="SimSun" panose="02010600030101010101" pitchFamily="2" charset="-122"/>
                <a:cs typeface="Times New Roman" panose="02020603050405020304" pitchFamily="18" charset="0"/>
              </a:rPr>
              <a:t> </a:t>
            </a:r>
            <a:r>
              <a:rPr lang="en-US" altLang="zh-CN" sz="1900" b="0" i="0" u="none" strike="noStrike" kern="1200" cap="none" spc="50" baseline="0" dirty="0">
                <a:solidFill>
                  <a:schemeClr val="tx1"/>
                </a:solidFill>
                <a:latin typeface="Times New Roman" panose="02020603050405020304" pitchFamily="18" charset="0"/>
                <a:ea typeface="SimSun" panose="02010600030101010101" pitchFamily="2" charset="-122"/>
                <a:cs typeface="Times New Roman" panose="02020603050405020304" pitchFamily="18" charset="0"/>
              </a:rPr>
              <a:t>responsive</a:t>
            </a:r>
            <a:r>
              <a:rPr lang="en-US" altLang="zh-CN" sz="1900" b="0" i="0" u="none" strike="noStrike" kern="1200" cap="none" spc="20" baseline="0" dirty="0">
                <a:solidFill>
                  <a:schemeClr val="tx1"/>
                </a:solidFill>
                <a:latin typeface="Times New Roman" panose="02020603050405020304" pitchFamily="18" charset="0"/>
                <a:ea typeface="SimSun" panose="02010600030101010101" pitchFamily="2" charset="-122"/>
                <a:cs typeface="Times New Roman" panose="02020603050405020304" pitchFamily="18" charset="0"/>
              </a:rPr>
              <a:t> </a:t>
            </a:r>
            <a:r>
              <a:rPr lang="en-US" altLang="zh-CN" sz="1900" b="0" i="0" u="none" strike="noStrike" kern="1200" cap="none" spc="125" baseline="0" dirty="0">
                <a:solidFill>
                  <a:schemeClr val="tx1"/>
                </a:solidFill>
                <a:latin typeface="Times New Roman" panose="02020603050405020304" pitchFamily="18" charset="0"/>
                <a:ea typeface="SimSun" panose="02010600030101010101" pitchFamily="2" charset="-122"/>
                <a:cs typeface="Times New Roman" panose="02020603050405020304" pitchFamily="18" charset="0"/>
              </a:rPr>
              <a:t>transportatio</a:t>
            </a:r>
            <a:r>
              <a:rPr lang="en-US" altLang="zh-CN" sz="2000" b="0" i="0" u="none" strike="noStrike" kern="1200" cap="none" spc="125" baseline="0" dirty="0">
                <a:solidFill>
                  <a:schemeClr val="tx1"/>
                </a:solidFill>
                <a:latin typeface="Times New Roman" panose="02020603050405020304" pitchFamily="18" charset="0"/>
                <a:ea typeface="SimSun" panose="02010600030101010101" pitchFamily="2" charset="-122"/>
                <a:cs typeface="Times New Roman" panose="02020603050405020304" pitchFamily="18" charset="0"/>
              </a:rPr>
              <a:t>n.</a:t>
            </a:r>
            <a:endParaRPr lang="zh-CN" altLang="en-US" sz="2000" b="0" i="0" u="none" strike="noStrike" kern="1200" cap="none" spc="0" baseline="0" dirty="0">
              <a:solidFill>
                <a:schemeClr val="tx1"/>
              </a:solidFill>
              <a:latin typeface="Times New Roman" panose="02020603050405020304" pitchFamily="18" charset="0"/>
              <a:ea typeface="SimSun" panose="02010600030101010101" pitchFamily="2" charset="-122"/>
              <a:cs typeface="Times New Roman" panose="020206030504050203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6" name="文本框"/>
          <p:cNvSpPr>
            <a:spLocks noGrp="1"/>
          </p:cNvSpPr>
          <p:nvPr>
            <p:ph type="title"/>
          </p:nvPr>
        </p:nvSpPr>
        <p:spPr>
          <a:xfrm>
            <a:off x="758687" y="713961"/>
            <a:ext cx="10515600" cy="1325563"/>
          </a:xfrm>
          <a:prstGeom prst="rect">
            <a:avLst/>
          </a:prstGeom>
          <a:noFill/>
          <a:ln w="12700" cap="flat" cmpd="sng">
            <a:noFill/>
            <a:prstDash val="solid"/>
            <a:miter/>
          </a:ln>
        </p:spPr>
        <p:txBody>
          <a:bodyPr vert="horz" wrap="square" lIns="91440" tIns="45720" rIns="91440" bIns="45720" anchor="ctr" anchorCtr="0"/>
          <a:lstStyle/>
          <a:p>
            <a:pPr marL="0" indent="0" algn="ctr">
              <a:lnSpc>
                <a:spcPct val="90000"/>
              </a:lnSpc>
              <a:spcBef>
                <a:spcPts val="0"/>
              </a:spcBef>
              <a:spcAft>
                <a:spcPts val="0"/>
              </a:spcAft>
              <a:buNone/>
            </a:pPr>
            <a:r>
              <a:rPr lang="en-US" altLang="zh-CN" sz="3600" b="0" i="0" u="none" strike="noStrike" kern="1200" cap="none" spc="0" baseline="0">
                <a:solidFill>
                  <a:schemeClr val="tx1"/>
                </a:solidFill>
                <a:latin typeface="Calibri Light" panose="020F0302020204030204" charset="0"/>
                <a:ea typeface="SimSun" panose="02010600030101010101" pitchFamily="2" charset="-122"/>
                <a:cs typeface="Lucida Sans" panose="020B0602030504020204"/>
              </a:rPr>
              <a:t>                 </a:t>
            </a:r>
            <a:br>
              <a:rPr lang="zh-CN" altLang="en-US" sz="3600" b="0" i="0" u="none" strike="noStrike" kern="1200" cap="none" spc="0" baseline="0">
                <a:solidFill>
                  <a:schemeClr val="tx1"/>
                </a:solidFill>
                <a:latin typeface="Calibri Light" panose="020F0302020204030204" charset="0"/>
                <a:ea typeface="SimSun" panose="02010600030101010101" pitchFamily="2" charset="-122"/>
                <a:cs typeface="Lucida Sans" panose="020B0602030504020204"/>
              </a:rPr>
            </a:br>
            <a:r>
              <a:rPr lang="en-US" altLang="zh-CN" sz="3600" b="0" i="0" u="none" strike="noStrike" kern="1200" cap="none" spc="0" baseline="0">
                <a:solidFill>
                  <a:schemeClr val="tx1"/>
                </a:solidFill>
                <a:latin typeface="Calibri Light" panose="020F0302020204030204" charset="0"/>
                <a:ea typeface="SimSun" panose="02010600030101010101" pitchFamily="2" charset="-122"/>
                <a:cs typeface="Lucida Sans" panose="020B0602030504020204"/>
              </a:rPr>
              <a:t> </a:t>
            </a:r>
            <a:r>
              <a:rPr lang="en-US" altLang="zh-CN" sz="3600" b="1"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PROBLEM STATEMENT</a:t>
            </a:r>
            <a:endParaRPr lang="zh-CN" altLang="en-US" sz="3600" b="1"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endParaRPr>
          </a:p>
        </p:txBody>
      </p:sp>
      <p:sp>
        <p:nvSpPr>
          <p:cNvPr id="37" name="文本框"/>
          <p:cNvSpPr>
            <a:spLocks noGrp="1"/>
          </p:cNvSpPr>
          <p:nvPr>
            <p:ph type="body" idx="1"/>
          </p:nvPr>
        </p:nvSpPr>
        <p:spPr>
          <a:xfrm>
            <a:off x="871916" y="2048237"/>
            <a:ext cx="10038715" cy="3617776"/>
          </a:xfrm>
          <a:prstGeom prst="rect">
            <a:avLst/>
          </a:prstGeom>
          <a:noFill/>
          <a:ln w="12700" cap="flat" cmpd="sng">
            <a:noFill/>
            <a:prstDash val="solid"/>
            <a:miter/>
          </a:ln>
        </p:spPr>
        <p:txBody>
          <a:bodyPr vert="horz" wrap="square" lIns="91440" tIns="45720" rIns="91440" bIns="45720" anchor="t" anchorCtr="0"/>
          <a:lstStyle/>
          <a:p>
            <a:pPr marL="228600" indent="-228600" algn="just">
              <a:lnSpc>
                <a:spcPct val="150000"/>
              </a:lnSpc>
              <a:spcBef>
                <a:spcPts val="95"/>
              </a:spcBef>
              <a:spcAft>
                <a:spcPts val="0"/>
              </a:spcAft>
              <a:buFont typeface="Arial" panose="020B0604020202020204" pitchFamily="34" charset="0"/>
              <a:buChar char="•"/>
            </a:pPr>
            <a:r>
              <a:rPr lang="en-US" altLang="zh-CN" sz="1900" b="0" i="0" u="none" strike="noStrike" kern="1200" cap="none" spc="175"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It</a:t>
            </a:r>
            <a:r>
              <a:rPr lang="en-US" altLang="zh-CN" sz="1900" b="0" i="0" u="none" strike="noStrike" kern="1200" cap="none" spc="155"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 </a:t>
            </a:r>
            <a:r>
              <a:rPr lang="en-US" altLang="zh-CN" sz="19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was</a:t>
            </a:r>
            <a:r>
              <a:rPr lang="en-US" altLang="zh-CN" sz="1900" b="0" i="0" u="none" strike="noStrike" kern="1200" cap="none" spc="165"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 </a:t>
            </a:r>
            <a:r>
              <a:rPr lang="en-US" altLang="zh-CN" sz="1900" b="0" i="0" u="none" strike="noStrike" kern="1200" cap="none" spc="75"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observed</a:t>
            </a:r>
            <a:r>
              <a:rPr lang="en-US" altLang="zh-CN" sz="1900" b="0" i="0" u="none" strike="noStrike" kern="1200" cap="none" spc="155"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 </a:t>
            </a:r>
            <a:r>
              <a:rPr lang="en-US" altLang="zh-CN" sz="1900" b="0" i="0" u="none" strike="noStrike" kern="1200" cap="none" spc="175"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that</a:t>
            </a:r>
            <a:r>
              <a:rPr lang="en-US" altLang="zh-CN" sz="1900" b="0" i="0" u="none" strike="noStrike" kern="1200" cap="none" spc="16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 </a:t>
            </a:r>
            <a:r>
              <a:rPr lang="en-US" altLang="zh-CN" sz="1900" b="0" i="0" u="none" strike="noStrike" kern="1200" cap="none" spc="114"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current</a:t>
            </a:r>
            <a:r>
              <a:rPr lang="en-US" altLang="zh-CN" sz="1900" b="0" i="0" u="none" strike="noStrike" kern="1200" cap="none" spc="165"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 </a:t>
            </a:r>
            <a:r>
              <a:rPr lang="en-US" altLang="zh-CN" sz="19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electric</a:t>
            </a:r>
            <a:r>
              <a:rPr lang="en-US" altLang="zh-CN" sz="1900" b="0" i="0" u="none" strike="noStrike" kern="1200" cap="none" spc="155"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 </a:t>
            </a:r>
            <a:r>
              <a:rPr lang="en-US" altLang="zh-CN" sz="19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vehicles</a:t>
            </a:r>
            <a:r>
              <a:rPr lang="en-US" altLang="zh-CN" sz="1900" b="0" i="0" u="none" strike="noStrike" kern="1200" cap="none" spc="16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 </a:t>
            </a:r>
            <a:r>
              <a:rPr lang="en-US" altLang="zh-CN" sz="1900" b="0" i="0" u="none" strike="noStrike" kern="1200" cap="none" spc="7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lacked</a:t>
            </a:r>
            <a:r>
              <a:rPr lang="en-US" altLang="zh-CN" sz="1900" b="0" i="0" u="none" strike="noStrike" kern="1200" cap="none" spc="16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 </a:t>
            </a:r>
            <a:r>
              <a:rPr lang="en-US" altLang="zh-CN" sz="1900" b="0" i="0" u="none" strike="noStrike" kern="1200" cap="none" spc="18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a</a:t>
            </a:r>
            <a:r>
              <a:rPr lang="en-US" altLang="zh-CN" sz="1900" b="0" i="0" u="none" strike="noStrike" kern="1200" cap="none" spc="16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 </a:t>
            </a:r>
            <a:r>
              <a:rPr lang="en-US" altLang="zh-CN" sz="1900" b="0" i="0" u="none" strike="noStrike" kern="1200" cap="none" spc="45"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reliable</a:t>
            </a:r>
            <a:r>
              <a:rPr lang="en-US" altLang="zh-CN" sz="1900" b="0" i="0" u="none" strike="noStrike" kern="1200" cap="none" spc="16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 </a:t>
            </a:r>
            <a:r>
              <a:rPr lang="en-US" altLang="zh-CN" sz="19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system</a:t>
            </a:r>
            <a:r>
              <a:rPr lang="en-US" altLang="zh-CN" sz="1900" b="0" i="0" u="none" strike="noStrike" kern="1200" cap="none" spc="16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 </a:t>
            </a:r>
            <a:r>
              <a:rPr lang="en-US" altLang="zh-CN" sz="1900" b="0" i="0" u="none" strike="noStrike" kern="1200" cap="none" spc="175"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to</a:t>
            </a:r>
            <a:r>
              <a:rPr lang="en-US" altLang="zh-CN" sz="1900" b="0" i="0" u="none" strike="noStrike" kern="1200" cap="none" spc="155"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 </a:t>
            </a:r>
            <a:r>
              <a:rPr lang="en-US" altLang="zh-CN" sz="1900" b="0" i="0" u="none" strike="noStrike" kern="1200" cap="none" spc="125"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monitor </a:t>
            </a:r>
            <a:r>
              <a:rPr lang="en-US" altLang="zh-CN" sz="1900" b="0" i="0" u="none" strike="noStrike" kern="1200" cap="none" spc="165"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and</a:t>
            </a:r>
            <a:r>
              <a:rPr lang="en-US" altLang="zh-CN" sz="1900" b="0" i="0" u="none" strike="noStrike" kern="1200" cap="none" spc="9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  </a:t>
            </a:r>
            <a:r>
              <a:rPr lang="en-US" altLang="zh-CN" sz="1900" b="0" i="0" u="none" strike="noStrike" kern="1200" cap="none" spc="10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record</a:t>
            </a:r>
            <a:r>
              <a:rPr lang="en-US" altLang="zh-CN" sz="1900" b="0" i="0" u="none" strike="noStrike" kern="1200" cap="none" spc="95"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  </a:t>
            </a:r>
            <a:r>
              <a:rPr lang="en-US" altLang="zh-CN" sz="19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critical</a:t>
            </a:r>
            <a:r>
              <a:rPr lang="en-US" altLang="zh-CN" sz="1900" b="0" i="0" u="none" strike="noStrike" kern="1200" cap="none" spc="95"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  </a:t>
            </a:r>
            <a:r>
              <a:rPr lang="en-US" altLang="zh-CN" sz="1900" b="0" i="0" u="none" strike="noStrike" kern="1200" cap="none" spc="175"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road</a:t>
            </a:r>
            <a:r>
              <a:rPr lang="en-US" altLang="zh-CN" sz="1900" b="0" i="0" u="none" strike="noStrike" kern="1200" cap="none" spc="9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  </a:t>
            </a:r>
            <a:r>
              <a:rPr lang="en-US" altLang="zh-CN" sz="19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events</a:t>
            </a:r>
            <a:r>
              <a:rPr lang="en-US" altLang="zh-CN" sz="1900" b="0" i="0" u="none" strike="noStrike" kern="1200" cap="none" spc="10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  </a:t>
            </a:r>
            <a:r>
              <a:rPr lang="en-US" altLang="zh-CN" sz="1900" b="0" i="0" u="none" strike="noStrike" kern="1200" cap="none" spc="75"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such</a:t>
            </a:r>
            <a:r>
              <a:rPr lang="en-US" altLang="zh-CN" sz="1900" b="0" i="0" u="none" strike="noStrike" kern="1200" cap="none" spc="9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  </a:t>
            </a:r>
            <a:r>
              <a:rPr lang="en-US" altLang="zh-CN" sz="1900" b="0" i="0" u="none" strike="noStrike" kern="1200" cap="none" spc="85"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as</a:t>
            </a:r>
            <a:r>
              <a:rPr lang="en-US" altLang="zh-CN" sz="1900" b="0" i="0" u="none" strike="noStrike" kern="1200" cap="none" spc="95"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  </a:t>
            </a:r>
            <a:r>
              <a:rPr lang="en-US" altLang="zh-CN" sz="1900" b="0" i="0" u="none" strike="noStrike" kern="1200" cap="none" spc="105"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sudden</a:t>
            </a:r>
            <a:r>
              <a:rPr lang="en-US" altLang="zh-CN" sz="1900" b="0" i="0" u="none" strike="noStrike" kern="1200" cap="none" spc="9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  </a:t>
            </a:r>
            <a:r>
              <a:rPr lang="en-US" altLang="zh-CN" sz="1900" b="0" i="0" u="none" strike="noStrike" kern="1200" cap="none" spc="8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impacts,</a:t>
            </a:r>
            <a:r>
              <a:rPr lang="en-US" altLang="zh-CN" sz="1900" b="0" i="0" u="none" strike="noStrike" kern="1200" cap="none" spc="10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  </a:t>
            </a:r>
            <a:r>
              <a:rPr lang="en-US" altLang="zh-CN" sz="1900" b="0" i="0" u="none" strike="noStrike" kern="1200" cap="none" spc="75"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unsafe</a:t>
            </a:r>
            <a:r>
              <a:rPr lang="en-US" altLang="zh-CN" sz="1900" b="0" i="0" u="none" strike="noStrike" kern="1200" cap="none" spc="9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  </a:t>
            </a:r>
            <a:r>
              <a:rPr lang="en-US" altLang="zh-CN" sz="1900" b="0" i="0" u="none" strike="noStrike" kern="1200" cap="none" spc="6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driving,</a:t>
            </a:r>
            <a:r>
              <a:rPr lang="en-US" altLang="zh-CN" sz="1900" b="0" i="0" u="none" strike="noStrike" kern="1200" cap="none" spc="95"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  </a:t>
            </a:r>
            <a:r>
              <a:rPr lang="en-US" altLang="zh-CN" sz="1900" b="0" i="0" u="none" strike="noStrike" kern="1200" cap="none" spc="145"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or </a:t>
            </a:r>
            <a:r>
              <a:rPr lang="en-US" altLang="zh-CN" sz="19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collisions.</a:t>
            </a:r>
            <a:r>
              <a:rPr lang="en-US" altLang="zh-CN" sz="1900" b="0" i="0" u="none" strike="noStrike" kern="1200" cap="none" spc="53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 </a:t>
            </a:r>
            <a:r>
              <a:rPr lang="en-US" altLang="zh-CN" sz="1900" b="0" i="0" u="none" strike="noStrike" kern="1200" cap="none" spc="7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This</a:t>
            </a:r>
            <a:r>
              <a:rPr lang="en-US" altLang="zh-CN" sz="1900" b="0" i="0" u="none" strike="noStrike" kern="1200" cap="none" spc="54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 </a:t>
            </a:r>
            <a:r>
              <a:rPr lang="en-US" altLang="zh-CN" sz="1900" b="0" i="0" u="none" strike="noStrike" kern="1200" cap="none" spc="9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limitation</a:t>
            </a:r>
            <a:r>
              <a:rPr lang="en-US" altLang="zh-CN" sz="1900" b="0" i="0" u="none" strike="noStrike" kern="1200" cap="none" spc="54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 </a:t>
            </a:r>
            <a:r>
              <a:rPr lang="en-US" altLang="zh-CN" sz="1900" b="0" i="0" u="none" strike="noStrike" kern="1200" cap="none" spc="114"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made</a:t>
            </a:r>
            <a:r>
              <a:rPr lang="en-US" altLang="zh-CN" sz="1900" b="0" i="0" u="none" strike="noStrike" kern="1200" cap="none" spc="54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 </a:t>
            </a:r>
            <a:r>
              <a:rPr lang="en-US" altLang="zh-CN" sz="1900" b="0" i="0" u="none" strike="noStrike" kern="1200" cap="none" spc="75"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it</a:t>
            </a:r>
            <a:r>
              <a:rPr lang="en-US" altLang="zh-CN" sz="1900" b="0" i="0" u="none" strike="noStrike" kern="1200" cap="none" spc="535"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 </a:t>
            </a:r>
            <a:r>
              <a:rPr lang="en-US" altLang="zh-CN" sz="19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difficult</a:t>
            </a:r>
            <a:r>
              <a:rPr lang="en-US" altLang="zh-CN" sz="1900" b="0" i="0" u="none" strike="noStrike" kern="1200" cap="none" spc="54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 </a:t>
            </a:r>
            <a:r>
              <a:rPr lang="en-US" altLang="zh-CN" sz="1900" b="0" i="0" u="none" strike="noStrike" kern="1200" cap="none" spc="175"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to</a:t>
            </a:r>
            <a:r>
              <a:rPr lang="en-US" altLang="zh-CN" sz="1900" b="0" i="0" u="none" strike="noStrike" kern="1200" cap="none" spc="54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 </a:t>
            </a:r>
            <a:r>
              <a:rPr lang="en-US" altLang="zh-CN" sz="1900" b="0" i="0" u="none" strike="noStrike" kern="1200" cap="none" spc="6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analyze</a:t>
            </a:r>
            <a:r>
              <a:rPr lang="en-US" altLang="zh-CN" sz="1900" b="0" i="0" u="none" strike="noStrike" kern="1200" cap="none" spc="54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 </a:t>
            </a:r>
            <a:r>
              <a:rPr lang="en-US" altLang="zh-CN" sz="1900" b="0" i="0" u="none" strike="noStrike" kern="1200" cap="none" spc="6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incidents</a:t>
            </a:r>
            <a:r>
              <a:rPr lang="en-US" altLang="zh-CN" sz="1900" b="0" i="0" u="none" strike="noStrike" kern="1200" cap="none" spc="54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 </a:t>
            </a:r>
            <a:r>
              <a:rPr lang="en-US" altLang="zh-CN" sz="1900" b="0" i="0" u="none" strike="noStrike" kern="1200" cap="none" spc="75"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accurately</a:t>
            </a:r>
            <a:r>
              <a:rPr lang="en-US" altLang="zh-CN" sz="1900" b="0" i="0" u="none" strike="noStrike" kern="1200" cap="none" spc="54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 </a:t>
            </a:r>
            <a:r>
              <a:rPr lang="en-US" altLang="zh-CN" sz="1900" b="0" i="0" u="none" strike="noStrike" kern="1200" cap="none" spc="15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and </a:t>
            </a:r>
            <a:r>
              <a:rPr lang="en-US" altLang="zh-CN" sz="1900" b="0" i="0" u="none" strike="noStrike" kern="1200" cap="none" spc="7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caused</a:t>
            </a:r>
            <a:r>
              <a:rPr lang="en-US" altLang="zh-CN" sz="1900" b="0" i="0" u="none" strike="noStrike" kern="1200" cap="none" spc="15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 </a:t>
            </a:r>
            <a:r>
              <a:rPr lang="en-US" altLang="zh-CN" sz="19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delays</a:t>
            </a:r>
            <a:r>
              <a:rPr lang="en-US" altLang="zh-CN" sz="1900" b="0" i="0" u="none" strike="noStrike" kern="1200" cap="none" spc="145"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 </a:t>
            </a:r>
            <a:r>
              <a:rPr lang="en-US" altLang="zh-CN" sz="1900" b="0" i="0" u="none" strike="noStrike" kern="1200" cap="none" spc="7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in</a:t>
            </a:r>
            <a:r>
              <a:rPr lang="en-US" altLang="zh-CN" sz="1900" b="0" i="0" u="none" strike="noStrike" kern="1200" cap="none" spc="15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 </a:t>
            </a:r>
            <a:r>
              <a:rPr lang="en-US" altLang="zh-CN" sz="19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emergency</a:t>
            </a:r>
            <a:r>
              <a:rPr lang="en-US" altLang="zh-CN" sz="1900" b="0" i="0" u="none" strike="noStrike" kern="1200" cap="none" spc="145"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 </a:t>
            </a:r>
            <a:r>
              <a:rPr lang="en-US" altLang="zh-CN" sz="1900" b="0" i="0" u="none" strike="noStrike" kern="1200" cap="none" spc="6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response.</a:t>
            </a:r>
            <a:endParaRPr lang="en-US" altLang="zh-CN" sz="19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endParaRPr>
          </a:p>
          <a:p>
            <a:pPr marL="228600" indent="-228600" algn="just">
              <a:lnSpc>
                <a:spcPct val="150000"/>
              </a:lnSpc>
              <a:spcBef>
                <a:spcPts val="340"/>
              </a:spcBef>
              <a:spcAft>
                <a:spcPts val="0"/>
              </a:spcAft>
              <a:buFont typeface="Arial" panose="020B0604020202020204" pitchFamily="34" charset="0"/>
              <a:buChar char="•"/>
            </a:pPr>
            <a:r>
              <a:rPr lang="en-US" altLang="zh-CN" sz="1900" b="0" i="0" u="none" strike="noStrike" kern="1200" cap="none" spc="10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The</a:t>
            </a:r>
            <a:r>
              <a:rPr lang="en-US" altLang="zh-CN" sz="1900" b="0" i="0" u="none" strike="noStrike" kern="1200" cap="none" spc="175"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 </a:t>
            </a:r>
            <a:r>
              <a:rPr lang="en-US" altLang="zh-CN" sz="1900" b="0" i="0" u="none" strike="noStrike" kern="1200" cap="none" spc="7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need</a:t>
            </a:r>
            <a:r>
              <a:rPr lang="en-US" altLang="zh-CN" sz="1900" b="0" i="0" u="none" strike="noStrike" kern="1200" cap="none" spc="175"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 </a:t>
            </a:r>
            <a:r>
              <a:rPr lang="en-US" altLang="zh-CN" sz="1900" b="0" i="0" u="none" strike="noStrike" kern="1200" cap="none" spc="11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for</a:t>
            </a:r>
            <a:r>
              <a:rPr lang="en-US" altLang="zh-CN" sz="1900" b="0" i="0" u="none" strike="noStrike" kern="1200" cap="none" spc="17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 </a:t>
            </a:r>
            <a:r>
              <a:rPr lang="en-US" altLang="zh-CN" sz="1900" b="0" i="0" u="none" strike="noStrike" kern="1200" cap="none" spc="18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a</a:t>
            </a:r>
            <a:r>
              <a:rPr lang="en-US" altLang="zh-CN" sz="1900" b="0" i="0" u="none" strike="noStrike" kern="1200" cap="none" spc="175"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 </a:t>
            </a:r>
            <a:r>
              <a:rPr lang="en-US" altLang="zh-CN" sz="1900" b="0" i="0" u="none" strike="noStrike" kern="1200" cap="none" spc="11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more</a:t>
            </a:r>
            <a:r>
              <a:rPr lang="en-US" altLang="zh-CN" sz="1900" b="0" i="0" u="none" strike="noStrike" kern="1200" cap="none" spc="175"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 </a:t>
            </a:r>
            <a:r>
              <a:rPr lang="en-US" altLang="zh-CN" sz="1900" b="0" i="0" u="none" strike="noStrike" kern="1200" cap="none" spc="55"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responsive</a:t>
            </a:r>
            <a:r>
              <a:rPr lang="en-US" altLang="zh-CN" sz="1900" b="0" i="0" u="none" strike="noStrike" kern="1200" cap="none" spc="175"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 and </a:t>
            </a:r>
            <a:r>
              <a:rPr lang="en-US" altLang="zh-CN" sz="1900" b="0" i="0" u="none" strike="noStrike" kern="1200" cap="none" spc="45"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intelligent</a:t>
            </a:r>
            <a:r>
              <a:rPr lang="en-US" altLang="zh-CN" sz="1900" b="0" i="0" u="none" strike="noStrike" kern="1200" cap="none" spc="175"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 </a:t>
            </a:r>
            <a:r>
              <a:rPr lang="en-US" altLang="zh-CN" sz="19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system</a:t>
            </a:r>
            <a:r>
              <a:rPr lang="en-US" altLang="zh-CN" sz="1900" b="0" i="0" u="none" strike="noStrike" kern="1200" cap="none" spc="175"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 </a:t>
            </a:r>
            <a:r>
              <a:rPr lang="en-US" altLang="zh-CN" sz="19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was</a:t>
            </a:r>
            <a:r>
              <a:rPr lang="en-US" altLang="zh-CN" sz="1900" b="0" i="0" u="none" strike="noStrike" kern="1200" cap="none" spc="175"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 </a:t>
            </a:r>
            <a:r>
              <a:rPr lang="en-US" altLang="zh-CN" sz="1900" b="0" i="0" u="none" strike="noStrike" kern="1200" cap="none" spc="5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identified</a:t>
            </a:r>
            <a:r>
              <a:rPr lang="en-US" altLang="zh-CN" sz="1900" b="0" i="0" u="none" strike="noStrike" kern="1200" cap="none" spc="17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 </a:t>
            </a:r>
            <a:r>
              <a:rPr lang="en-US" altLang="zh-CN" sz="1900" b="0" i="0" u="none" strike="noStrike" kern="1200" cap="none" spc="175"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to </a:t>
            </a:r>
            <a:r>
              <a:rPr lang="en-US" altLang="zh-CN" sz="1900" b="0" i="0" u="none" strike="noStrike" kern="1200" cap="none" spc="75"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enhance </a:t>
            </a:r>
            <a:r>
              <a:rPr lang="en-US" altLang="zh-CN" sz="1900" b="0" i="0" u="none" strike="noStrike" kern="1200" cap="none" spc="5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safety</a:t>
            </a:r>
            <a:r>
              <a:rPr lang="en-US" altLang="zh-CN" sz="1900" b="0" i="0" u="none" strike="noStrike" kern="1200" cap="none" spc="5"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 </a:t>
            </a:r>
            <a:r>
              <a:rPr lang="en-US" altLang="zh-CN" sz="1900" b="0" i="0" u="none" strike="noStrike" kern="1200" cap="none" spc="165"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and</a:t>
            </a:r>
            <a:r>
              <a:rPr lang="en-US" altLang="zh-CN" sz="1900" b="0" i="0" u="none" strike="noStrike" kern="1200" cap="none" spc="1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 </a:t>
            </a:r>
            <a:r>
              <a:rPr lang="en-US" altLang="zh-CN" sz="1900" b="0" i="0" u="none" strike="noStrike" kern="1200" cap="none" spc="85"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provide</a:t>
            </a:r>
            <a:r>
              <a:rPr lang="en-US" altLang="zh-CN" sz="1900" b="0" i="0" u="none" strike="noStrike" kern="1200" cap="none" spc="1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 </a:t>
            </a:r>
            <a:r>
              <a:rPr lang="en-US" altLang="zh-CN" sz="1900" b="0" i="0" u="none" strike="noStrike" kern="1200" cap="none" spc="55"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real-</a:t>
            </a:r>
            <a:r>
              <a:rPr lang="en-US" altLang="zh-CN" sz="1900" b="0" i="0" u="none" strike="noStrike" kern="1200" cap="none" spc="6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time</a:t>
            </a:r>
            <a:r>
              <a:rPr lang="en-US" altLang="zh-CN" sz="1900" b="0" i="0" u="none" strike="noStrike" kern="1200" cap="none" spc="1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 </a:t>
            </a:r>
            <a:r>
              <a:rPr lang="en-US" altLang="zh-CN" sz="1900" b="0" i="0" u="none" strike="noStrike" kern="1200" cap="none" spc="65"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alerts.</a:t>
            </a:r>
            <a:endParaRPr lang="zh-CN" altLang="en-US" sz="19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0" name="文本框"/>
          <p:cNvSpPr>
            <a:spLocks noGrp="1"/>
          </p:cNvSpPr>
          <p:nvPr>
            <p:ph type="title"/>
          </p:nvPr>
        </p:nvSpPr>
        <p:spPr>
          <a:xfrm>
            <a:off x="973455" y="857885"/>
            <a:ext cx="10515600" cy="944879"/>
          </a:xfrm>
          <a:prstGeom prst="rect">
            <a:avLst/>
          </a:prstGeom>
          <a:noFill/>
          <a:ln w="12700" cap="flat" cmpd="sng">
            <a:noFill/>
            <a:prstDash val="solid"/>
            <a:miter/>
          </a:ln>
        </p:spPr>
        <p:txBody>
          <a:bodyPr vert="horz" wrap="square" lIns="91440" tIns="45720" rIns="91440" bIns="45720" anchor="ctr" anchorCtr="0"/>
          <a:lstStyle/>
          <a:p>
            <a:pPr marL="0" indent="0" algn="l">
              <a:lnSpc>
                <a:spcPct val="90000"/>
              </a:lnSpc>
              <a:spcBef>
                <a:spcPts val="0"/>
              </a:spcBef>
              <a:spcAft>
                <a:spcPts val="0"/>
              </a:spcAft>
              <a:buNone/>
            </a:pPr>
            <a:r>
              <a:rPr lang="en-US" altLang="zh-CN" sz="3600" b="0" i="0" u="none" strike="noStrike" kern="1200" cap="none" spc="0" baseline="0" dirty="0">
                <a:solidFill>
                  <a:schemeClr val="tx1"/>
                </a:solidFill>
                <a:latin typeface="Calibri Light" panose="020F0302020204030204" charset="0"/>
                <a:ea typeface="SimSun" panose="02010600030101010101" pitchFamily="2" charset="-122"/>
                <a:cs typeface="Lucida Sans" panose="020B0602030504020204"/>
              </a:rPr>
              <a:t>                      </a:t>
            </a:r>
            <a:r>
              <a:rPr lang="en-US" altLang="zh-CN" sz="3600" b="1" i="0" u="none" strike="noStrike" kern="1200" cap="none" spc="0" baseline="0" dirty="0">
                <a:solidFill>
                  <a:schemeClr val="tx1"/>
                </a:solidFill>
                <a:latin typeface="Times New Roman" panose="02020603050405020304" pitchFamily="18" charset="0"/>
                <a:ea typeface="SimSun" panose="02010600030101010101" pitchFamily="2" charset="-122"/>
                <a:cs typeface="Times New Roman" panose="02020603050405020304" pitchFamily="18" charset="0"/>
              </a:rPr>
              <a:t>BLOCK DIAGRAM</a:t>
            </a:r>
            <a:endParaRPr lang="zh-CN" altLang="en-US" sz="3600" b="1" i="0" u="none" strike="noStrike" kern="1200" cap="none" spc="0" baseline="0" dirty="0">
              <a:solidFill>
                <a:schemeClr val="tx1"/>
              </a:solidFill>
              <a:latin typeface="Times New Roman" panose="02020603050405020304" pitchFamily="18" charset="0"/>
              <a:ea typeface="SimSun" panose="02010600030101010101" pitchFamily="2" charset="-122"/>
              <a:cs typeface="Times New Roman" panose="02020603050405020304" pitchFamily="18" charset="0"/>
            </a:endParaRPr>
          </a:p>
        </p:txBody>
      </p:sp>
      <p:pic>
        <p:nvPicPr>
          <p:cNvPr id="3" name="Picture 2" descr="A diagram of a computer program&#10;&#10;AI-generated content may be incorrect."/>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973455" y="1925319"/>
            <a:ext cx="10180864" cy="4704716"/>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4" name="文本框"/>
          <p:cNvSpPr>
            <a:spLocks noGrp="1"/>
          </p:cNvSpPr>
          <p:nvPr>
            <p:ph type="title"/>
          </p:nvPr>
        </p:nvSpPr>
        <p:spPr>
          <a:xfrm>
            <a:off x="838200" y="942975"/>
            <a:ext cx="10515600" cy="1325563"/>
          </a:xfrm>
          <a:prstGeom prst="rect">
            <a:avLst/>
          </a:prstGeom>
          <a:noFill/>
          <a:ln w="12700" cap="flat" cmpd="sng">
            <a:noFill/>
            <a:prstDash val="solid"/>
            <a:miter/>
          </a:ln>
        </p:spPr>
        <p:txBody>
          <a:bodyPr vert="horz" wrap="square" lIns="91440" tIns="45720" rIns="91440" bIns="45720" anchor="ctr" anchorCtr="0"/>
          <a:lstStyle/>
          <a:p>
            <a:pPr marL="0" indent="0" algn="ctr">
              <a:lnSpc>
                <a:spcPct val="90000"/>
              </a:lnSpc>
              <a:spcBef>
                <a:spcPts val="0"/>
              </a:spcBef>
              <a:spcAft>
                <a:spcPts val="0"/>
              </a:spcAft>
              <a:buNone/>
            </a:pPr>
            <a:r>
              <a:rPr lang="en-US" altLang="zh-CN" sz="3600" b="1"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COMPONENTS</a:t>
            </a:r>
            <a:endParaRPr lang="zh-CN" altLang="en-US" sz="3600" b="1"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endParaRPr>
          </a:p>
        </p:txBody>
      </p:sp>
      <p:sp>
        <p:nvSpPr>
          <p:cNvPr id="45" name="文本框"/>
          <p:cNvSpPr>
            <a:spLocks noGrp="1"/>
          </p:cNvSpPr>
          <p:nvPr>
            <p:ph type="body" idx="1"/>
          </p:nvPr>
        </p:nvSpPr>
        <p:spPr>
          <a:xfrm>
            <a:off x="4408261" y="2040436"/>
            <a:ext cx="4401185" cy="4351655"/>
          </a:xfrm>
          <a:prstGeom prst="rect">
            <a:avLst/>
          </a:prstGeom>
          <a:noFill/>
          <a:ln w="12700" cap="flat" cmpd="sng">
            <a:noFill/>
            <a:prstDash val="solid"/>
            <a:miter/>
          </a:ln>
        </p:spPr>
        <p:txBody>
          <a:bodyPr vert="horz" wrap="square" lIns="91440" tIns="45720" rIns="91440" bIns="45720" anchor="t" anchorCtr="0"/>
          <a:lstStyle/>
          <a:p>
            <a:pPr marL="228600" indent="-228600" algn="just">
              <a:lnSpc>
                <a:spcPct val="100000"/>
              </a:lnSpc>
              <a:spcBef>
                <a:spcPts val="1000"/>
              </a:spcBef>
              <a:spcAft>
                <a:spcPts val="0"/>
              </a:spcAft>
              <a:buFont typeface="Arial" panose="020B0604020202020204" pitchFamily="34" charset="0"/>
              <a:buChar char="•"/>
            </a:pPr>
            <a:r>
              <a:rPr lang="en-US" altLang="zh-CN" sz="1900" b="0" i="0" u="none" strike="noStrike" kern="1200" cap="none" spc="0" baseline="0" dirty="0">
                <a:solidFill>
                  <a:schemeClr val="tx1"/>
                </a:solidFill>
                <a:latin typeface="Calibri" panose="020F0502020204030204" charset="0"/>
                <a:ea typeface="SimSun" panose="02010600030101010101" pitchFamily="2" charset="-122"/>
                <a:cs typeface="Lucida Sans" panose="020B0602030504020204"/>
              </a:rPr>
              <a:t>Arduino uno</a:t>
            </a:r>
            <a:endParaRPr lang="en-US" altLang="zh-CN" sz="1900" b="0" i="0" u="none" strike="noStrike" kern="1200" cap="none" spc="0" baseline="0" dirty="0">
              <a:solidFill>
                <a:schemeClr val="tx1"/>
              </a:solidFill>
              <a:latin typeface="Calibri" panose="020F0502020204030204" charset="0"/>
              <a:ea typeface="SimSun" panose="02010600030101010101" pitchFamily="2" charset="-122"/>
              <a:cs typeface="Lucida Sans" panose="020B0602030504020204"/>
            </a:endParaRPr>
          </a:p>
          <a:p>
            <a:pPr marL="228600" indent="-228600" algn="just">
              <a:lnSpc>
                <a:spcPct val="100000"/>
              </a:lnSpc>
              <a:spcBef>
                <a:spcPts val="1000"/>
              </a:spcBef>
              <a:spcAft>
                <a:spcPts val="0"/>
              </a:spcAft>
              <a:buFont typeface="Arial" panose="020B0604020202020204" pitchFamily="34" charset="0"/>
              <a:buChar char="•"/>
            </a:pPr>
            <a:r>
              <a:rPr lang="en-US" altLang="zh-CN" sz="1900" b="0" i="0" u="none" strike="noStrike" kern="1200" cap="none" spc="0" baseline="0" dirty="0">
                <a:solidFill>
                  <a:schemeClr val="tx1"/>
                </a:solidFill>
                <a:latin typeface="Calibri" panose="020F0502020204030204" charset="0"/>
                <a:ea typeface="SimSun" panose="02010600030101010101" pitchFamily="2" charset="-122"/>
                <a:cs typeface="Lucida Sans" panose="020B0602030504020204"/>
              </a:rPr>
              <a:t>Alcohol Sensor</a:t>
            </a:r>
            <a:endParaRPr lang="en-US" altLang="zh-CN" sz="1900" b="0" i="0" u="none" strike="noStrike" kern="1200" cap="none" spc="0" baseline="0" dirty="0">
              <a:solidFill>
                <a:schemeClr val="tx1"/>
              </a:solidFill>
              <a:latin typeface="Calibri" panose="020F0502020204030204" charset="0"/>
              <a:ea typeface="SimSun" panose="02010600030101010101" pitchFamily="2" charset="-122"/>
              <a:cs typeface="Lucida Sans" panose="020B0602030504020204"/>
            </a:endParaRPr>
          </a:p>
          <a:p>
            <a:pPr marL="228600" indent="-228600" algn="just">
              <a:lnSpc>
                <a:spcPct val="100000"/>
              </a:lnSpc>
              <a:spcBef>
                <a:spcPts val="1000"/>
              </a:spcBef>
              <a:spcAft>
                <a:spcPts val="0"/>
              </a:spcAft>
              <a:buFont typeface="Arial" panose="020B0604020202020204" pitchFamily="34" charset="0"/>
              <a:buChar char="•"/>
            </a:pPr>
            <a:r>
              <a:rPr lang="en-US" altLang="zh-CN" sz="1900" b="0" i="0" u="none" strike="noStrike" kern="1200" cap="none" spc="0" baseline="0" dirty="0">
                <a:solidFill>
                  <a:schemeClr val="tx1"/>
                </a:solidFill>
                <a:latin typeface="Calibri" panose="020F0502020204030204" charset="0"/>
                <a:ea typeface="SimSun" panose="02010600030101010101" pitchFamily="2" charset="-122"/>
                <a:cs typeface="Lucida Sans" panose="020B0602030504020204"/>
              </a:rPr>
              <a:t>Fire Sensor</a:t>
            </a:r>
            <a:endParaRPr lang="en-US" altLang="zh-CN" sz="1900" b="0" i="0" u="none" strike="noStrike" kern="1200" cap="none" spc="0" baseline="0" dirty="0">
              <a:solidFill>
                <a:schemeClr val="tx1"/>
              </a:solidFill>
              <a:latin typeface="Calibri" panose="020F0502020204030204" charset="0"/>
              <a:ea typeface="SimSun" panose="02010600030101010101" pitchFamily="2" charset="-122"/>
              <a:cs typeface="Lucida Sans" panose="020B0602030504020204"/>
            </a:endParaRPr>
          </a:p>
          <a:p>
            <a:pPr marL="228600" indent="-228600" algn="just">
              <a:lnSpc>
                <a:spcPct val="100000"/>
              </a:lnSpc>
              <a:spcBef>
                <a:spcPts val="1000"/>
              </a:spcBef>
              <a:spcAft>
                <a:spcPts val="0"/>
              </a:spcAft>
              <a:buFont typeface="Arial" panose="020B0604020202020204" pitchFamily="34" charset="0"/>
              <a:buChar char="•"/>
            </a:pPr>
            <a:r>
              <a:rPr lang="en-US" altLang="zh-CN" sz="1900" b="0" i="0" u="none" strike="noStrike" kern="1200" cap="none" spc="0" baseline="0" dirty="0">
                <a:solidFill>
                  <a:schemeClr val="tx1"/>
                </a:solidFill>
                <a:latin typeface="Calibri" panose="020F0502020204030204" charset="0"/>
                <a:ea typeface="SimSun" panose="02010600030101010101" pitchFamily="2" charset="-122"/>
                <a:cs typeface="Lucida Sans" panose="020B0602030504020204"/>
              </a:rPr>
              <a:t>Power Supply 5v</a:t>
            </a:r>
            <a:endParaRPr lang="en-US" altLang="zh-CN" sz="1900" b="0" i="0" u="none" strike="noStrike" kern="1200" cap="none" spc="0" baseline="0" dirty="0">
              <a:solidFill>
                <a:schemeClr val="tx1"/>
              </a:solidFill>
              <a:latin typeface="Calibri" panose="020F0502020204030204" charset="0"/>
              <a:ea typeface="SimSun" panose="02010600030101010101" pitchFamily="2" charset="-122"/>
              <a:cs typeface="Lucida Sans" panose="020B0602030504020204"/>
            </a:endParaRPr>
          </a:p>
          <a:p>
            <a:pPr marL="228600" indent="-228600" algn="just">
              <a:lnSpc>
                <a:spcPct val="100000"/>
              </a:lnSpc>
              <a:spcBef>
                <a:spcPts val="1000"/>
              </a:spcBef>
              <a:spcAft>
                <a:spcPts val="0"/>
              </a:spcAft>
              <a:buFont typeface="Arial" panose="020B0604020202020204" pitchFamily="34" charset="0"/>
              <a:buChar char="•"/>
            </a:pPr>
            <a:r>
              <a:rPr lang="en-US" altLang="zh-CN" sz="1900" b="0" i="0" u="none" strike="noStrike" kern="1200" cap="none" spc="0" baseline="0" dirty="0">
                <a:solidFill>
                  <a:schemeClr val="tx1"/>
                </a:solidFill>
                <a:latin typeface="Calibri" panose="020F0502020204030204" charset="0"/>
                <a:ea typeface="SimSun" panose="02010600030101010101" pitchFamily="2" charset="-122"/>
                <a:cs typeface="Lucida Sans" panose="020B0602030504020204"/>
              </a:rPr>
              <a:t>Temperature Sensor</a:t>
            </a:r>
            <a:endParaRPr lang="en-US" altLang="zh-CN" sz="1900" b="0" i="0" u="none" strike="noStrike" kern="1200" cap="none" spc="0" baseline="0" dirty="0">
              <a:solidFill>
                <a:schemeClr val="tx1"/>
              </a:solidFill>
              <a:latin typeface="Calibri" panose="020F0502020204030204" charset="0"/>
              <a:ea typeface="SimSun" panose="02010600030101010101" pitchFamily="2" charset="-122"/>
              <a:cs typeface="Lucida Sans" panose="020B0602030504020204"/>
            </a:endParaRPr>
          </a:p>
          <a:p>
            <a:pPr marL="228600" indent="-228600" algn="just">
              <a:lnSpc>
                <a:spcPct val="100000"/>
              </a:lnSpc>
              <a:spcBef>
                <a:spcPts val="1000"/>
              </a:spcBef>
              <a:spcAft>
                <a:spcPts val="0"/>
              </a:spcAft>
              <a:buFont typeface="Arial" panose="020B0604020202020204" pitchFamily="34" charset="0"/>
              <a:buChar char="•"/>
            </a:pPr>
            <a:r>
              <a:rPr lang="en-US" altLang="zh-CN" sz="1900" b="0" i="0" u="none" strike="noStrike" kern="1200" cap="none" spc="0" baseline="0" dirty="0">
                <a:solidFill>
                  <a:schemeClr val="tx1"/>
                </a:solidFill>
                <a:latin typeface="Calibri" panose="020F0502020204030204" charset="0"/>
                <a:ea typeface="SimSun" panose="02010600030101010101" pitchFamily="2" charset="-122"/>
                <a:cs typeface="Lucida Sans" panose="020B0602030504020204"/>
              </a:rPr>
              <a:t>IOT</a:t>
            </a:r>
            <a:endParaRPr lang="en-US" altLang="zh-CN" sz="1900" b="0" i="0" u="none" strike="noStrike" kern="1200" cap="none" spc="0" baseline="0" dirty="0">
              <a:solidFill>
                <a:schemeClr val="tx1"/>
              </a:solidFill>
              <a:latin typeface="Calibri" panose="020F0502020204030204" charset="0"/>
              <a:ea typeface="SimSun" panose="02010600030101010101" pitchFamily="2" charset="-122"/>
              <a:cs typeface="Lucida Sans" panose="020B0602030504020204"/>
            </a:endParaRPr>
          </a:p>
          <a:p>
            <a:pPr marL="228600" indent="-228600" algn="just">
              <a:lnSpc>
                <a:spcPct val="100000"/>
              </a:lnSpc>
              <a:spcBef>
                <a:spcPts val="1000"/>
              </a:spcBef>
              <a:spcAft>
                <a:spcPts val="0"/>
              </a:spcAft>
              <a:buFont typeface="Arial" panose="020B0604020202020204" pitchFamily="34" charset="0"/>
              <a:buChar char="•"/>
            </a:pPr>
            <a:endParaRPr lang="zh-CN" altLang="en-US" sz="1900" b="0" i="0" u="none" strike="noStrike" kern="1200" cap="none" spc="0" baseline="0" dirty="0">
              <a:solidFill>
                <a:schemeClr val="tx1"/>
              </a:solidFill>
              <a:latin typeface="Calibri" panose="020F0502020204030204" charset="0"/>
              <a:ea typeface="SimSun" panose="02010600030101010101" pitchFamily="2" charset="-122"/>
              <a:cs typeface="Lucida Sans" panose="020B0602030504020204"/>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8" name="文本框"/>
          <p:cNvSpPr>
            <a:spLocks noGrp="1"/>
          </p:cNvSpPr>
          <p:nvPr>
            <p:ph type="title"/>
          </p:nvPr>
        </p:nvSpPr>
        <p:spPr>
          <a:xfrm>
            <a:off x="1209675" y="777240"/>
            <a:ext cx="10515600" cy="1325563"/>
          </a:xfrm>
          <a:prstGeom prst="rect">
            <a:avLst/>
          </a:prstGeom>
          <a:noFill/>
          <a:ln w="12700" cap="flat" cmpd="sng">
            <a:noFill/>
            <a:prstDash val="solid"/>
            <a:miter/>
          </a:ln>
        </p:spPr>
        <p:txBody>
          <a:bodyPr vert="horz" wrap="square" lIns="91440" tIns="45720" rIns="91440" bIns="45720" anchor="ctr" anchorCtr="0"/>
          <a:lstStyle/>
          <a:p>
            <a:pPr marL="0" indent="0" algn="ctr">
              <a:lnSpc>
                <a:spcPct val="90000"/>
              </a:lnSpc>
              <a:spcBef>
                <a:spcPts val="0"/>
              </a:spcBef>
              <a:spcAft>
                <a:spcPts val="0"/>
              </a:spcAft>
              <a:buNone/>
            </a:pPr>
            <a:r>
              <a:rPr lang="en-US" altLang="zh-CN" sz="3600" b="1"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COMPONENT</a:t>
            </a:r>
            <a:r>
              <a:rPr lang="en-US" altLang="zh-CN" sz="4400" b="1"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 </a:t>
            </a:r>
            <a:r>
              <a:rPr lang="en-US" altLang="zh-CN" sz="3600" b="1"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DESCRIPTION</a:t>
            </a:r>
            <a:endParaRPr lang="zh-CN" altLang="en-US" sz="3600" b="1"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endParaRPr>
          </a:p>
        </p:txBody>
      </p:sp>
      <p:sp>
        <p:nvSpPr>
          <p:cNvPr id="49" name="文本框"/>
          <p:cNvSpPr>
            <a:spLocks noGrp="1"/>
          </p:cNvSpPr>
          <p:nvPr>
            <p:ph type="body" idx="1"/>
          </p:nvPr>
        </p:nvSpPr>
        <p:spPr>
          <a:xfrm>
            <a:off x="838200" y="2103120"/>
            <a:ext cx="11257914" cy="4351655"/>
          </a:xfrm>
          <a:prstGeom prst="rect">
            <a:avLst/>
          </a:prstGeom>
          <a:noFill/>
          <a:ln w="12700" cap="flat" cmpd="sng">
            <a:noFill/>
            <a:prstDash val="solid"/>
            <a:miter/>
          </a:ln>
        </p:spPr>
        <p:txBody>
          <a:bodyPr vert="horz" wrap="square" lIns="91440" tIns="45720" rIns="91440" bIns="45720" anchor="t" anchorCtr="0"/>
          <a:lstStyle/>
          <a:p>
            <a:pPr marL="228600" indent="-228600" algn="just">
              <a:lnSpc>
                <a:spcPct val="150000"/>
              </a:lnSpc>
              <a:spcBef>
                <a:spcPts val="1000"/>
              </a:spcBef>
              <a:spcAft>
                <a:spcPts val="0"/>
              </a:spcAft>
              <a:buFont typeface="Arial" panose="020B0604020202020204" pitchFamily="34" charset="0"/>
              <a:buChar char="•"/>
            </a:pPr>
            <a:r>
              <a:rPr lang="en-US" altLang="zh-CN" sz="1900" b="1" i="0" u="none" strike="noStrike" kern="1200" cap="none" spc="0" baseline="0" dirty="0">
                <a:solidFill>
                  <a:schemeClr val="tx1"/>
                </a:solidFill>
                <a:latin typeface="Times New Roman" panose="02020603050405020304" pitchFamily="18" charset="0"/>
                <a:ea typeface="SimSun" panose="02010600030101010101" pitchFamily="2" charset="-122"/>
                <a:cs typeface="Times New Roman" panose="02020603050405020304" pitchFamily="18" charset="0"/>
              </a:rPr>
              <a:t>Arduino Uno</a:t>
            </a:r>
            <a:r>
              <a:rPr lang="en-US" altLang="zh-CN" sz="1900" b="0" i="0" u="none" strike="noStrike" kern="1200" cap="none" spc="0" baseline="0" dirty="0">
                <a:solidFill>
                  <a:schemeClr val="tx1"/>
                </a:solidFill>
                <a:latin typeface="Times New Roman" panose="02020603050405020304" pitchFamily="18" charset="0"/>
                <a:ea typeface="SimSun" panose="02010600030101010101" pitchFamily="2" charset="-122"/>
                <a:cs typeface="Times New Roman" panose="02020603050405020304" pitchFamily="18" charset="0"/>
              </a:rPr>
              <a:t>: A microcontroller board that acts as the brain of the system, controlling all connected sensors and modules.</a:t>
            </a:r>
            <a:endParaRPr lang="en-US" altLang="zh-CN" sz="1900" b="0" i="0" u="none" strike="noStrike" kern="1200" cap="none" spc="0" baseline="0" dirty="0">
              <a:solidFill>
                <a:schemeClr val="tx1"/>
              </a:solidFill>
              <a:latin typeface="Times New Roman" panose="02020603050405020304" pitchFamily="18" charset="0"/>
              <a:ea typeface="SimSun" panose="02010600030101010101" pitchFamily="2" charset="-122"/>
              <a:cs typeface="Times New Roman" panose="02020603050405020304" pitchFamily="18" charset="0"/>
            </a:endParaRPr>
          </a:p>
          <a:p>
            <a:pPr marL="228600" indent="-228600" algn="just">
              <a:lnSpc>
                <a:spcPct val="150000"/>
              </a:lnSpc>
              <a:spcBef>
                <a:spcPts val="1000"/>
              </a:spcBef>
              <a:spcAft>
                <a:spcPts val="0"/>
              </a:spcAft>
              <a:buFont typeface="Arial" panose="020B0604020202020204" pitchFamily="34" charset="0"/>
              <a:buChar char="•"/>
            </a:pPr>
            <a:r>
              <a:rPr lang="en-US" altLang="zh-CN" sz="1900" b="1" i="0" u="none" strike="noStrike" kern="1200" cap="none" spc="0" baseline="0" dirty="0">
                <a:solidFill>
                  <a:schemeClr val="tx1"/>
                </a:solidFill>
                <a:latin typeface="Times New Roman" panose="02020603050405020304" pitchFamily="18" charset="0"/>
                <a:ea typeface="SimSun" panose="02010600030101010101" pitchFamily="2" charset="-122"/>
                <a:cs typeface="Times New Roman" panose="02020603050405020304" pitchFamily="18" charset="0"/>
              </a:rPr>
              <a:t>Alcohol Sensor</a:t>
            </a:r>
            <a:r>
              <a:rPr lang="en-US" altLang="zh-CN" sz="1900" b="0" i="0" u="none" strike="noStrike" kern="1200" cap="none" spc="0" baseline="0" dirty="0">
                <a:solidFill>
                  <a:schemeClr val="tx1"/>
                </a:solidFill>
                <a:latin typeface="Times New Roman" panose="02020603050405020304" pitchFamily="18" charset="0"/>
                <a:ea typeface="SimSun" panose="02010600030101010101" pitchFamily="2" charset="-122"/>
                <a:cs typeface="Times New Roman" panose="02020603050405020304" pitchFamily="18" charset="0"/>
              </a:rPr>
              <a:t>: Detects alcohol concentration in the air to identify intoxication levels.</a:t>
            </a:r>
            <a:endParaRPr lang="en-US" altLang="zh-CN" sz="1900" b="0" i="0" u="none" strike="noStrike" kern="1200" cap="none" spc="0" baseline="0" dirty="0">
              <a:solidFill>
                <a:schemeClr val="tx1"/>
              </a:solidFill>
              <a:latin typeface="Times New Roman" panose="02020603050405020304" pitchFamily="18" charset="0"/>
              <a:ea typeface="SimSun" panose="02010600030101010101" pitchFamily="2" charset="-122"/>
              <a:cs typeface="Times New Roman" panose="02020603050405020304" pitchFamily="18" charset="0"/>
            </a:endParaRPr>
          </a:p>
          <a:p>
            <a:pPr marL="228600" indent="-228600" algn="just">
              <a:lnSpc>
                <a:spcPct val="150000"/>
              </a:lnSpc>
              <a:spcBef>
                <a:spcPts val="1000"/>
              </a:spcBef>
              <a:spcAft>
                <a:spcPts val="0"/>
              </a:spcAft>
              <a:buFont typeface="Arial" panose="020B0604020202020204" pitchFamily="34" charset="0"/>
              <a:buChar char="•"/>
            </a:pPr>
            <a:r>
              <a:rPr lang="en-US" altLang="zh-CN" sz="1900" b="1" i="0" u="none" strike="noStrike" kern="1200" cap="none" spc="0" baseline="0" dirty="0">
                <a:solidFill>
                  <a:schemeClr val="tx1"/>
                </a:solidFill>
                <a:latin typeface="Times New Roman" panose="02020603050405020304" pitchFamily="18" charset="0"/>
                <a:ea typeface="SimSun" panose="02010600030101010101" pitchFamily="2" charset="-122"/>
                <a:cs typeface="Times New Roman" panose="02020603050405020304" pitchFamily="18" charset="0"/>
              </a:rPr>
              <a:t>Fire Sensor</a:t>
            </a:r>
            <a:r>
              <a:rPr lang="en-US" altLang="zh-CN" sz="1900" b="0" i="0" u="none" strike="noStrike" kern="1200" cap="none" spc="0" baseline="0" dirty="0">
                <a:solidFill>
                  <a:schemeClr val="tx1"/>
                </a:solidFill>
                <a:latin typeface="Times New Roman" panose="02020603050405020304" pitchFamily="18" charset="0"/>
                <a:ea typeface="SimSun" panose="02010600030101010101" pitchFamily="2" charset="-122"/>
                <a:cs typeface="Times New Roman" panose="02020603050405020304" pitchFamily="18" charset="0"/>
              </a:rPr>
              <a:t>: Senses flame or fire presence using infrared light detection.</a:t>
            </a:r>
            <a:endParaRPr lang="en-US" altLang="zh-CN" sz="1900" b="0" i="0" u="none" strike="noStrike" kern="1200" cap="none" spc="0" baseline="0" dirty="0">
              <a:solidFill>
                <a:schemeClr val="tx1"/>
              </a:solidFill>
              <a:latin typeface="Times New Roman" panose="02020603050405020304" pitchFamily="18" charset="0"/>
              <a:ea typeface="SimSun" panose="02010600030101010101" pitchFamily="2" charset="-122"/>
              <a:cs typeface="Times New Roman" panose="02020603050405020304" pitchFamily="18" charset="0"/>
            </a:endParaRPr>
          </a:p>
          <a:p>
            <a:pPr marL="228600" indent="-228600" algn="just">
              <a:lnSpc>
                <a:spcPct val="150000"/>
              </a:lnSpc>
              <a:spcBef>
                <a:spcPts val="1000"/>
              </a:spcBef>
              <a:spcAft>
                <a:spcPts val="0"/>
              </a:spcAft>
              <a:buFont typeface="Arial" panose="020B0604020202020204" pitchFamily="34" charset="0"/>
              <a:buChar char="•"/>
            </a:pPr>
            <a:r>
              <a:rPr lang="en-US" altLang="zh-CN" sz="1900" b="1" i="0" u="none" strike="noStrike" kern="1200" cap="none" spc="0" baseline="0" dirty="0">
                <a:solidFill>
                  <a:schemeClr val="tx1"/>
                </a:solidFill>
                <a:latin typeface="Times New Roman" panose="02020603050405020304" pitchFamily="18" charset="0"/>
                <a:ea typeface="SimSun" panose="02010600030101010101" pitchFamily="2" charset="-122"/>
                <a:cs typeface="Times New Roman" panose="02020603050405020304" pitchFamily="18" charset="0"/>
              </a:rPr>
              <a:t>Power Supply 5V</a:t>
            </a:r>
            <a:r>
              <a:rPr lang="en-US" altLang="zh-CN" sz="1900" b="0" i="0" u="none" strike="noStrike" kern="1200" cap="none" spc="0" baseline="0" dirty="0">
                <a:solidFill>
                  <a:schemeClr val="tx1"/>
                </a:solidFill>
                <a:latin typeface="Times New Roman" panose="02020603050405020304" pitchFamily="18" charset="0"/>
                <a:ea typeface="SimSun" panose="02010600030101010101" pitchFamily="2" charset="-122"/>
                <a:cs typeface="Times New Roman" panose="02020603050405020304" pitchFamily="18" charset="0"/>
              </a:rPr>
              <a:t>: Provides regulated 5V power to the Arduino and other modules.</a:t>
            </a:r>
            <a:endParaRPr lang="en-US" altLang="zh-CN" sz="1900" b="0" i="0" u="none" strike="noStrike" kern="1200" cap="none" spc="0" baseline="0" dirty="0">
              <a:solidFill>
                <a:schemeClr val="tx1"/>
              </a:solidFill>
              <a:latin typeface="Times New Roman" panose="02020603050405020304" pitchFamily="18" charset="0"/>
              <a:ea typeface="SimSun" panose="02010600030101010101" pitchFamily="2" charset="-122"/>
              <a:cs typeface="Times New Roman" panose="02020603050405020304" pitchFamily="18" charset="0"/>
            </a:endParaRPr>
          </a:p>
          <a:p>
            <a:pPr marL="228600" indent="-228600" algn="just">
              <a:lnSpc>
                <a:spcPct val="150000"/>
              </a:lnSpc>
              <a:spcBef>
                <a:spcPts val="1000"/>
              </a:spcBef>
              <a:spcAft>
                <a:spcPts val="0"/>
              </a:spcAft>
              <a:buFont typeface="Arial" panose="020B0604020202020204" pitchFamily="34" charset="0"/>
              <a:buChar char="•"/>
            </a:pPr>
            <a:r>
              <a:rPr lang="en-US" altLang="zh-CN" sz="1900" b="1" i="0" u="none" strike="noStrike" kern="1200" cap="none" spc="0" baseline="0" dirty="0">
                <a:solidFill>
                  <a:schemeClr val="tx1"/>
                </a:solidFill>
                <a:latin typeface="Times New Roman" panose="02020603050405020304" pitchFamily="18" charset="0"/>
                <a:ea typeface="SimSun" panose="02010600030101010101" pitchFamily="2" charset="-122"/>
                <a:cs typeface="Times New Roman" panose="02020603050405020304" pitchFamily="18" charset="0"/>
              </a:rPr>
              <a:t>Temperature Sensor</a:t>
            </a:r>
            <a:r>
              <a:rPr lang="en-US" altLang="zh-CN" sz="1900" b="0" i="0" u="none" strike="noStrike" kern="1200" cap="none" spc="0" baseline="0" dirty="0">
                <a:solidFill>
                  <a:schemeClr val="tx1"/>
                </a:solidFill>
                <a:latin typeface="Times New Roman" panose="02020603050405020304" pitchFamily="18" charset="0"/>
                <a:ea typeface="SimSun" panose="02010600030101010101" pitchFamily="2" charset="-122"/>
                <a:cs typeface="Times New Roman" panose="02020603050405020304" pitchFamily="18" charset="0"/>
              </a:rPr>
              <a:t>: Monitors ambient temperature for safety or control purposes.</a:t>
            </a:r>
            <a:endParaRPr lang="en-US" altLang="zh-CN" sz="1900" b="0" i="0" u="none" strike="noStrike" kern="1200" cap="none" spc="0" baseline="0" dirty="0">
              <a:solidFill>
                <a:schemeClr val="tx1"/>
              </a:solidFill>
              <a:latin typeface="Times New Roman" panose="02020603050405020304" pitchFamily="18" charset="0"/>
              <a:ea typeface="SimSun" panose="02010600030101010101" pitchFamily="2" charset="-122"/>
              <a:cs typeface="Times New Roman" panose="02020603050405020304" pitchFamily="18" charset="0"/>
            </a:endParaRPr>
          </a:p>
          <a:p>
            <a:pPr marL="228600" indent="-228600" algn="just">
              <a:lnSpc>
                <a:spcPct val="150000"/>
              </a:lnSpc>
              <a:spcBef>
                <a:spcPts val="1000"/>
              </a:spcBef>
              <a:spcAft>
                <a:spcPts val="0"/>
              </a:spcAft>
              <a:buFont typeface="Arial" panose="020B0604020202020204" pitchFamily="34" charset="0"/>
              <a:buChar char="•"/>
            </a:pPr>
            <a:r>
              <a:rPr lang="en-US" altLang="zh-CN" sz="1900" b="1" i="0" u="none" strike="noStrike" kern="1200" cap="none" spc="0" baseline="0" dirty="0">
                <a:solidFill>
                  <a:schemeClr val="tx1"/>
                </a:solidFill>
                <a:latin typeface="Times New Roman" panose="02020603050405020304" pitchFamily="18" charset="0"/>
                <a:ea typeface="SimSun" panose="02010600030101010101" pitchFamily="2" charset="-122"/>
                <a:cs typeface="Times New Roman" panose="02020603050405020304" pitchFamily="18" charset="0"/>
              </a:rPr>
              <a:t>IoT Module</a:t>
            </a:r>
            <a:r>
              <a:rPr lang="en-US" altLang="zh-CN" sz="1900" b="0" i="0" u="none" strike="noStrike" kern="1200" cap="none" spc="0" baseline="0" dirty="0">
                <a:solidFill>
                  <a:schemeClr val="tx1"/>
                </a:solidFill>
                <a:latin typeface="Times New Roman" panose="02020603050405020304" pitchFamily="18" charset="0"/>
                <a:ea typeface="SimSun" panose="02010600030101010101" pitchFamily="2" charset="-122"/>
                <a:cs typeface="Times New Roman" panose="02020603050405020304" pitchFamily="18" charset="0"/>
              </a:rPr>
              <a:t>: Enables wireless data transfer and remote monitoring through the internet.</a:t>
            </a:r>
            <a:endParaRPr lang="en-US" altLang="zh-CN" sz="1900" b="0" i="0" u="none" strike="noStrike" kern="1200" cap="none" spc="0" baseline="0" dirty="0">
              <a:solidFill>
                <a:schemeClr val="tx1"/>
              </a:solidFill>
              <a:latin typeface="Times New Roman" panose="02020603050405020304" pitchFamily="18" charset="0"/>
              <a:ea typeface="SimSun" panose="02010600030101010101" pitchFamily="2" charset="-122"/>
              <a:cs typeface="Times New Roman" panose="02020603050405020304" pitchFamily="18"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2" name="文本框"/>
          <p:cNvSpPr>
            <a:spLocks noGrp="1"/>
          </p:cNvSpPr>
          <p:nvPr>
            <p:ph type="title"/>
          </p:nvPr>
        </p:nvSpPr>
        <p:spPr>
          <a:xfrm>
            <a:off x="838200" y="694055"/>
            <a:ext cx="10515600" cy="988695"/>
          </a:xfrm>
          <a:prstGeom prst="rect">
            <a:avLst/>
          </a:prstGeom>
          <a:noFill/>
          <a:ln w="12700" cap="flat" cmpd="sng">
            <a:noFill/>
            <a:prstDash val="solid"/>
            <a:miter/>
          </a:ln>
        </p:spPr>
        <p:txBody>
          <a:bodyPr vert="horz" wrap="square" lIns="91440" tIns="45720" rIns="91440" bIns="45720" anchor="ctr" anchorCtr="0"/>
          <a:lstStyle/>
          <a:p>
            <a:pPr marL="0" indent="0" algn="ctr">
              <a:lnSpc>
                <a:spcPct val="90000"/>
              </a:lnSpc>
              <a:spcBef>
                <a:spcPts val="0"/>
              </a:spcBef>
              <a:spcAft>
                <a:spcPts val="0"/>
              </a:spcAft>
              <a:buNone/>
            </a:pPr>
            <a:r>
              <a:rPr lang="en-US" altLang="zh-CN" sz="36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                         </a:t>
            </a:r>
            <a:br>
              <a:rPr lang="zh-CN" altLang="en-US" sz="36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br>
            <a:r>
              <a:rPr lang="en-US" altLang="zh-CN" sz="36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HARDWARE KIT</a:t>
            </a:r>
            <a:endParaRPr lang="zh-CN" altLang="en-US" sz="3600" b="1"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endParaRPr>
          </a:p>
        </p:txBody>
      </p:sp>
      <p:pic>
        <p:nvPicPr>
          <p:cNvPr id="53" name="图片"/>
          <p:cNvPicPr>
            <a:picLocks noChangeAspect="1"/>
          </p:cNvPicPr>
          <p:nvPr/>
        </p:nvPicPr>
        <p:blipFill>
          <a:blip r:embed="rId1" cstate="print"/>
          <a:srcRect l="7447" t="3823" r="16045" b="-1338"/>
          <a:stretch>
            <a:fillRect/>
          </a:stretch>
        </p:blipFill>
        <p:spPr>
          <a:xfrm>
            <a:off x="1419726" y="2021305"/>
            <a:ext cx="3954379" cy="4090738"/>
          </a:xfrm>
          <a:prstGeom prst="rect">
            <a:avLst/>
          </a:prstGeom>
          <a:noFill/>
          <a:ln w="12700" cap="flat" cmpd="sng">
            <a:noFill/>
            <a:prstDash val="solid"/>
            <a:miter/>
          </a:ln>
        </p:spPr>
      </p:pic>
      <p:pic>
        <p:nvPicPr>
          <p:cNvPr id="56" name="图片"/>
          <p:cNvPicPr>
            <a:picLocks noChangeAspect="1"/>
          </p:cNvPicPr>
          <p:nvPr/>
        </p:nvPicPr>
        <p:blipFill>
          <a:blip r:embed="rId2" cstate="print"/>
          <a:srcRect l="4420" r="14397"/>
          <a:stretch>
            <a:fillRect/>
          </a:stretch>
        </p:blipFill>
        <p:spPr>
          <a:xfrm>
            <a:off x="6264442" y="2005264"/>
            <a:ext cx="4272374" cy="3960153"/>
          </a:xfrm>
          <a:prstGeom prst="rect">
            <a:avLst/>
          </a:prstGeom>
          <a:noFill/>
          <a:ln w="12700" cap="flat" cmpd="sng">
            <a:noFill/>
            <a:prstDash val="solid"/>
            <a:miter/>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7" name="文本框"/>
          <p:cNvSpPr>
            <a:spLocks noGrp="1"/>
          </p:cNvSpPr>
          <p:nvPr>
            <p:ph type="title"/>
          </p:nvPr>
        </p:nvSpPr>
        <p:spPr>
          <a:xfrm>
            <a:off x="529590" y="828040"/>
            <a:ext cx="10515600" cy="1259204"/>
          </a:xfrm>
          <a:prstGeom prst="rect">
            <a:avLst/>
          </a:prstGeom>
          <a:noFill/>
          <a:ln w="12700" cap="flat" cmpd="sng">
            <a:noFill/>
            <a:prstDash val="solid"/>
            <a:miter/>
          </a:ln>
        </p:spPr>
        <p:txBody>
          <a:bodyPr vert="horz" wrap="square" lIns="91440" tIns="45720" rIns="91440" bIns="45720" anchor="ctr" anchorCtr="0"/>
          <a:lstStyle/>
          <a:p>
            <a:pPr marL="0" indent="0" algn="ctr">
              <a:lnSpc>
                <a:spcPct val="90000"/>
              </a:lnSpc>
              <a:spcBef>
                <a:spcPts val="0"/>
              </a:spcBef>
              <a:spcAft>
                <a:spcPts val="0"/>
              </a:spcAft>
              <a:buNone/>
            </a:pPr>
            <a:r>
              <a:rPr lang="en-US" altLang="zh-CN" sz="40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RESULT</a:t>
            </a:r>
            <a:endParaRPr lang="zh-CN" altLang="en-US" sz="40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endParaRPr>
          </a:p>
        </p:txBody>
      </p:sp>
      <p:sp>
        <p:nvSpPr>
          <p:cNvPr id="58" name="文本框"/>
          <p:cNvSpPr>
            <a:spLocks noGrp="1"/>
          </p:cNvSpPr>
          <p:nvPr>
            <p:ph type="body" idx="1"/>
          </p:nvPr>
        </p:nvSpPr>
        <p:spPr>
          <a:xfrm>
            <a:off x="903513" y="2122714"/>
            <a:ext cx="10515600" cy="4163785"/>
          </a:xfrm>
          <a:prstGeom prst="rect">
            <a:avLst/>
          </a:prstGeom>
          <a:noFill/>
          <a:ln w="12700" cap="flat" cmpd="sng">
            <a:noFill/>
            <a:prstDash val="solid"/>
            <a:miter/>
          </a:ln>
        </p:spPr>
        <p:txBody>
          <a:bodyPr vert="horz" wrap="square" lIns="91440" tIns="45720" rIns="91440" bIns="45720" anchor="t" anchorCtr="0"/>
          <a:lstStyle/>
          <a:p>
            <a:pPr marL="355600" indent="-342900" algn="just">
              <a:lnSpc>
                <a:spcPct val="150000"/>
              </a:lnSpc>
              <a:spcBef>
                <a:spcPts val="100"/>
              </a:spcBef>
              <a:spcAft>
                <a:spcPts val="0"/>
              </a:spcAft>
              <a:buFont typeface="Arial" panose="020B0604020202020204" pitchFamily="34" charset="0"/>
              <a:buChar char="•"/>
            </a:pPr>
            <a:r>
              <a:rPr lang="en-US" altLang="zh-CN" sz="1900" b="0" i="0" u="none" strike="noStrike" kern="1200" cap="none" spc="0" baseline="0" dirty="0">
                <a:solidFill>
                  <a:schemeClr val="tx1"/>
                </a:solidFill>
                <a:latin typeface="Times New Roman" panose="02020603050405020304" pitchFamily="18" charset="0"/>
                <a:ea typeface="SimSun" panose="02010600030101010101" pitchFamily="2" charset="-122"/>
                <a:cs typeface="Times New Roman" panose="02020603050405020304" pitchFamily="18" charset="0"/>
              </a:rPr>
              <a:t>The Smart EV vehicle uses an alcohol sensor to detect if the driver has been drinking, preventing the vehicle from starting to avoid accidents caused by drunk driving. It also includes a battery heat sensor that monitors the temperature to prevent overheating, helping protect the battery from damage. If the battery gets too hot, the system sends an alert to the driver for quick action. These safety features ensure that the vehicle operates only under safe conditions. By combining these sensors, the Smart EV improves overall driving safety and battery lifespan. This technology can reduce accidents and increase driver confidence. It offers a practical solution for safer, more reliable electric vehicles. Ultimately, this system promotes responsible driving and protects both people and the vehicle’s components.</a:t>
            </a:r>
            <a:endParaRPr lang="zh-CN" altLang="en-US" sz="1900" b="0" i="0" u="none" strike="noStrike" kern="1200" cap="none" spc="0" baseline="0" dirty="0">
              <a:solidFill>
                <a:schemeClr val="tx1"/>
              </a:solidFill>
              <a:latin typeface="Times New Roman" panose="02020603050405020304" pitchFamily="18" charset="0"/>
              <a:ea typeface="SimSun" panose="02010600030101010101" pitchFamily="2" charset="-122"/>
              <a:cs typeface="Times New Roman" panose="02020603050405020304" pitchFamily="18"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1" name="文本框"/>
          <p:cNvSpPr>
            <a:spLocks noGrp="1"/>
          </p:cNvSpPr>
          <p:nvPr>
            <p:ph type="title"/>
          </p:nvPr>
        </p:nvSpPr>
        <p:spPr>
          <a:xfrm>
            <a:off x="838200" y="953135"/>
            <a:ext cx="10515600" cy="1075055"/>
          </a:xfrm>
          <a:prstGeom prst="rect">
            <a:avLst/>
          </a:prstGeom>
          <a:noFill/>
          <a:ln w="12700" cap="flat" cmpd="sng">
            <a:noFill/>
            <a:prstDash val="solid"/>
            <a:miter/>
          </a:ln>
        </p:spPr>
        <p:txBody>
          <a:bodyPr vert="horz" wrap="square" lIns="91440" tIns="45720" rIns="91440" bIns="45720" anchor="ctr" anchorCtr="0"/>
          <a:lstStyle/>
          <a:p>
            <a:pPr marL="0" indent="0" algn="ctr">
              <a:lnSpc>
                <a:spcPct val="90000"/>
              </a:lnSpc>
              <a:spcBef>
                <a:spcPts val="0"/>
              </a:spcBef>
              <a:spcAft>
                <a:spcPts val="0"/>
              </a:spcAft>
              <a:buNone/>
            </a:pPr>
            <a:r>
              <a:rPr lang="en-US" altLang="zh-CN" sz="4000" b="0" i="0" u="none" strike="noStrike" kern="1200" cap="none" spc="0" baseline="0" dirty="0">
                <a:solidFill>
                  <a:schemeClr val="tx1"/>
                </a:solidFill>
                <a:latin typeface="Calibri Light" panose="020F0302020204030204" charset="0"/>
                <a:ea typeface="SimSun" panose="02010600030101010101" pitchFamily="2" charset="-122"/>
                <a:cs typeface="Lucida Sans" panose="020B0602030504020204"/>
              </a:rPr>
              <a:t>                       </a:t>
            </a:r>
            <a:br>
              <a:rPr lang="zh-CN" altLang="en-US" sz="4000" b="0" i="0" u="none" strike="noStrike" kern="1200" cap="none" spc="0" baseline="0" dirty="0">
                <a:solidFill>
                  <a:schemeClr val="tx1"/>
                </a:solidFill>
                <a:latin typeface="Calibri Light" panose="020F0302020204030204" charset="0"/>
                <a:ea typeface="SimSun" panose="02010600030101010101" pitchFamily="2" charset="-122"/>
                <a:cs typeface="Lucida Sans" panose="020B0602030504020204"/>
              </a:rPr>
            </a:br>
            <a:r>
              <a:rPr lang="en-US" altLang="zh-CN" sz="4000" b="0" i="0" u="none" strike="noStrike" kern="1200" cap="none" spc="0" baseline="0" dirty="0">
                <a:solidFill>
                  <a:schemeClr val="tx1"/>
                </a:solidFill>
                <a:latin typeface="Calibri Light" panose="020F0302020204030204" charset="0"/>
                <a:ea typeface="SimSun" panose="02010600030101010101" pitchFamily="2" charset="-122"/>
                <a:cs typeface="Lucida Sans" panose="020B0602030504020204"/>
              </a:rPr>
              <a:t>  </a:t>
            </a:r>
            <a:r>
              <a:rPr lang="en-US" altLang="zh-CN" sz="3600" b="1" i="0" u="none" strike="noStrike" kern="1200" cap="none" spc="0" baseline="0" dirty="0">
                <a:solidFill>
                  <a:schemeClr val="tx1"/>
                </a:solidFill>
                <a:latin typeface="Times New Roman" panose="02020603050405020304" pitchFamily="18" charset="0"/>
                <a:ea typeface="SimSun" panose="02010600030101010101" pitchFamily="2" charset="-122"/>
                <a:cs typeface="Times New Roman" panose="02020603050405020304" pitchFamily="18" charset="0"/>
              </a:rPr>
              <a:t>REFERENCES</a:t>
            </a:r>
            <a:endParaRPr lang="zh-CN" altLang="en-US" sz="3600" b="1" i="0" u="none" strike="noStrike" kern="1200" cap="none" spc="0" baseline="0" dirty="0">
              <a:solidFill>
                <a:schemeClr val="tx1"/>
              </a:solidFill>
              <a:latin typeface="Times New Roman" panose="02020603050405020304" pitchFamily="18" charset="0"/>
              <a:ea typeface="SimSun" panose="02010600030101010101" pitchFamily="2" charset="-122"/>
              <a:cs typeface="Times New Roman" panose="02020603050405020304" pitchFamily="18" charset="0"/>
            </a:endParaRPr>
          </a:p>
        </p:txBody>
      </p:sp>
      <p:sp>
        <p:nvSpPr>
          <p:cNvPr id="62" name="文本框"/>
          <p:cNvSpPr>
            <a:spLocks noGrp="1"/>
          </p:cNvSpPr>
          <p:nvPr>
            <p:ph type="body" idx="1"/>
          </p:nvPr>
        </p:nvSpPr>
        <p:spPr>
          <a:xfrm>
            <a:off x="696656" y="2195830"/>
            <a:ext cx="10515600" cy="2798444"/>
          </a:xfrm>
          <a:prstGeom prst="rect">
            <a:avLst/>
          </a:prstGeom>
          <a:noFill/>
          <a:ln w="12700" cap="flat" cmpd="sng">
            <a:noFill/>
            <a:prstDash val="solid"/>
            <a:miter/>
          </a:ln>
        </p:spPr>
        <p:txBody>
          <a:bodyPr vert="horz" wrap="square" lIns="91440" tIns="45720" rIns="91440" bIns="45720" anchor="t" anchorCtr="0"/>
          <a:lstStyle/>
          <a:p>
            <a:pPr marL="228600" indent="-228600" algn="just">
              <a:lnSpc>
                <a:spcPct val="150000"/>
              </a:lnSpc>
              <a:spcBef>
                <a:spcPts val="100"/>
              </a:spcBef>
              <a:spcAft>
                <a:spcPts val="0"/>
              </a:spcAft>
              <a:buFont typeface="Arial" panose="020B0604020202020204" pitchFamily="34" charset="0"/>
              <a:buChar char="•"/>
            </a:pPr>
            <a:r>
              <a:rPr lang="en-US" altLang="zh-CN" sz="20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a:t>
            </a:r>
            <a:r>
              <a:rPr lang="en-US" altLang="zh-CN" sz="2000" b="0" i="0" u="none" strike="noStrike" kern="1200" cap="none" spc="105"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IoT-</a:t>
            </a:r>
            <a:r>
              <a:rPr lang="en-US" altLang="zh-CN" sz="2000" b="0" i="0" u="none" strike="noStrike" kern="1200" cap="none" spc="7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Powered</a:t>
            </a:r>
            <a:r>
              <a:rPr lang="en-US" altLang="zh-CN" sz="2000" b="0" i="0" u="none" strike="noStrike" kern="1200" cap="none" spc="5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 Emergency</a:t>
            </a:r>
            <a:r>
              <a:rPr lang="en-US" altLang="zh-CN" sz="2000" b="0" i="0" u="none" strike="noStrike" kern="1200" cap="none" spc="55"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 </a:t>
            </a:r>
            <a:r>
              <a:rPr lang="en-US" altLang="zh-CN" sz="20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Vehicle</a:t>
            </a:r>
            <a:r>
              <a:rPr lang="en-US" altLang="zh-CN" sz="2000" b="0" i="0" u="none" strike="noStrike" kern="1200" cap="none" spc="55"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 </a:t>
            </a:r>
            <a:r>
              <a:rPr lang="en-US" altLang="zh-CN" sz="20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System:</a:t>
            </a:r>
            <a:r>
              <a:rPr lang="en-US" altLang="zh-CN" sz="2000" b="0" i="0" u="none" strike="noStrike" kern="1200" cap="none" spc="5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 </a:t>
            </a:r>
            <a:r>
              <a:rPr lang="en-US" altLang="zh-CN" sz="2000" b="0" i="0" u="none" strike="noStrike" kern="1200" cap="none" spc="145"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Rapid</a:t>
            </a:r>
            <a:r>
              <a:rPr lang="en-US" altLang="zh-CN" sz="2000" b="0" i="0" u="none" strike="noStrike" kern="1200" cap="none" spc="55"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 </a:t>
            </a:r>
            <a:r>
              <a:rPr lang="en-US" altLang="zh-CN" sz="2000" b="0" i="0" u="none" strike="noStrike" kern="1200" cap="none" spc="6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Accident</a:t>
            </a:r>
            <a:r>
              <a:rPr lang="en-US" altLang="zh-CN" sz="2000" b="0" i="0" u="none" strike="noStrike" kern="1200" cap="none" spc="55"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 </a:t>
            </a:r>
            <a:r>
              <a:rPr lang="en-US" altLang="zh-CN" sz="2000" b="0" i="0" u="none" strike="noStrike" kern="1200" cap="none" spc="8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Response</a:t>
            </a:r>
            <a:r>
              <a:rPr lang="en-US" altLang="zh-CN" sz="2000" b="0" i="0" u="none" strike="noStrike" kern="1200" cap="none" spc="5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 </a:t>
            </a:r>
            <a:r>
              <a:rPr lang="en-US" altLang="zh-CN" sz="2000" b="0" i="0" u="none" strike="noStrike" kern="1200" cap="none" spc="6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in</a:t>
            </a:r>
            <a:r>
              <a:rPr lang="en-US" altLang="zh-CN" sz="2000" b="0" i="0" u="none" strike="noStrike" kern="1200" cap="none" spc="55"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 </a:t>
            </a:r>
            <a:r>
              <a:rPr lang="en-US" altLang="zh-CN" sz="20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Cities</a:t>
            </a:r>
            <a:r>
              <a:rPr lang="en-US" altLang="zh-CN" sz="2000" b="0" i="0" u="none" strike="noStrike" kern="1200" cap="none" spc="55"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 </a:t>
            </a:r>
            <a:r>
              <a:rPr lang="en-US" altLang="zh-CN" sz="20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a:t>
            </a:r>
            <a:r>
              <a:rPr lang="en-US" altLang="zh-CN" sz="2000" b="0" i="0" u="none" strike="noStrike" kern="1200" cap="none" spc="5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 </a:t>
            </a:r>
            <a:r>
              <a:rPr lang="en-US" altLang="zh-CN" sz="2000" b="0" i="0" u="none" strike="noStrike" kern="1200" cap="none" spc="10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E.</a:t>
            </a:r>
            <a:r>
              <a:rPr lang="en-US" altLang="zh-CN" sz="2000" b="0" i="0" u="none" strike="noStrike" kern="1200" cap="none" spc="55"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 </a:t>
            </a:r>
            <a:r>
              <a:rPr lang="en-US" altLang="zh-CN" sz="20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V.</a:t>
            </a:r>
            <a:r>
              <a:rPr lang="en-US" altLang="zh-CN" sz="2000" b="0" i="0" u="none" strike="noStrike" kern="1200" cap="none" spc="55"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 </a:t>
            </a:r>
            <a:r>
              <a:rPr lang="en-US" altLang="zh-CN" sz="20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Ciji,</a:t>
            </a:r>
            <a:r>
              <a:rPr lang="en-US" altLang="zh-CN" sz="2000" b="0" i="0" u="none" strike="noStrike" kern="1200" cap="none" spc="5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 </a:t>
            </a:r>
            <a:r>
              <a:rPr lang="en-US" altLang="zh-CN" sz="2000" b="0" i="0" u="none" strike="noStrike" kern="1200" cap="none" spc="65"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A. </a:t>
            </a:r>
            <a:r>
              <a:rPr lang="en-US" altLang="zh-CN" sz="2000" b="0" i="0" u="none" strike="noStrike" kern="1200" cap="none" spc="6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Xavier,</a:t>
            </a:r>
            <a:r>
              <a:rPr lang="en-US" altLang="zh-CN" sz="2000" b="0" i="0" u="none" strike="noStrike" kern="1200" cap="none" spc="5"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 </a:t>
            </a:r>
            <a:r>
              <a:rPr lang="en-US" altLang="zh-CN" sz="2000" b="0" i="0" u="none" strike="noStrike" kern="1200" cap="none" spc="9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A.</a:t>
            </a:r>
            <a:r>
              <a:rPr lang="en-US" altLang="zh-CN" sz="2000" b="0" i="0" u="none" strike="noStrike" kern="1200" cap="none" spc="1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 </a:t>
            </a:r>
            <a:r>
              <a:rPr lang="en-US" altLang="zh-CN" sz="2000" b="0" i="0" u="none" strike="noStrike" kern="1200" cap="none" spc="9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A.</a:t>
            </a:r>
            <a:r>
              <a:rPr lang="en-US" altLang="zh-CN" sz="2000" b="0" i="0" u="none" strike="noStrike" kern="1200" cap="none" spc="1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 </a:t>
            </a:r>
            <a:r>
              <a:rPr lang="en-US" altLang="zh-CN" sz="2000" b="0" i="0" u="none" strike="noStrike" kern="1200" cap="none" spc="95"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Hussain,</a:t>
            </a:r>
            <a:r>
              <a:rPr lang="en-US" altLang="zh-CN" sz="2000" b="0" i="0" u="none" strike="noStrike" kern="1200" cap="none" spc="1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 </a:t>
            </a:r>
            <a:r>
              <a:rPr lang="en-US" altLang="zh-CN" sz="2000" b="0" i="0" u="none" strike="noStrike" kern="1200" cap="none" spc="18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D.</a:t>
            </a:r>
            <a:r>
              <a:rPr lang="en-US" altLang="zh-CN" sz="2000" b="0" i="0" u="none" strike="noStrike" kern="1200" cap="none" spc="1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 </a:t>
            </a:r>
            <a:r>
              <a:rPr lang="en-US" altLang="zh-CN" sz="2000" b="0" i="0" u="none" strike="noStrike" kern="1200" cap="none" spc="10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Soman,</a:t>
            </a:r>
            <a:r>
              <a:rPr lang="en-US" altLang="zh-CN" sz="2000" b="0" i="0" u="none" strike="noStrike" kern="1200" cap="none" spc="1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 </a:t>
            </a:r>
            <a:r>
              <a:rPr lang="en-US" altLang="zh-CN" sz="2000" b="0" i="0" u="none" strike="noStrike" kern="1200" cap="none" spc="105"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J.</a:t>
            </a:r>
            <a:r>
              <a:rPr lang="en-US" altLang="zh-CN" sz="2000" b="0" i="0" u="none" strike="noStrike" kern="1200" cap="none" spc="1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 </a:t>
            </a:r>
            <a:r>
              <a:rPr lang="en-US" altLang="zh-CN" sz="2000" b="0" i="0" u="none" strike="noStrike" kern="1200" cap="none" spc="85"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Joy,</a:t>
            </a:r>
            <a:r>
              <a:rPr lang="en-US" altLang="zh-CN" sz="2000" b="0" i="0" u="none" strike="noStrike" kern="1200" cap="none" spc="1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 </a:t>
            </a:r>
            <a:r>
              <a:rPr lang="en-US" altLang="zh-CN" sz="2000" b="0" i="0" u="none" strike="noStrike" kern="1200" cap="none" spc="15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and</a:t>
            </a:r>
            <a:r>
              <a:rPr lang="en-US" altLang="zh-CN" sz="2000" b="0" i="0" u="none" strike="noStrike" kern="1200" cap="none" spc="1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 </a:t>
            </a:r>
            <a:r>
              <a:rPr lang="en-US" altLang="zh-CN" sz="2000" b="0" i="0" u="none" strike="noStrike" kern="1200" cap="none" spc="18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D.</a:t>
            </a:r>
            <a:r>
              <a:rPr lang="en-US" altLang="zh-CN" sz="2000" b="0" i="0" u="none" strike="noStrike" kern="1200" cap="none" spc="1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 </a:t>
            </a:r>
            <a:r>
              <a:rPr lang="en-US" altLang="zh-CN" sz="2000" b="0" i="0" u="none" strike="noStrike" kern="1200" cap="none" spc="85"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George,</a:t>
            </a:r>
            <a:r>
              <a:rPr lang="en-US" altLang="zh-CN" sz="2000" b="0" i="0" u="none" strike="noStrike" kern="1200" cap="none" spc="1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 </a:t>
            </a:r>
            <a:r>
              <a:rPr lang="en-US" altLang="zh-CN" sz="2000" b="0" i="0" u="none" strike="noStrike" kern="1200" cap="none" spc="11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International</a:t>
            </a:r>
            <a:r>
              <a:rPr lang="en-US" altLang="zh-CN" sz="2000" b="0" i="0" u="none" strike="noStrike" kern="1200" cap="none" spc="1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 </a:t>
            </a:r>
            <a:r>
              <a:rPr lang="en-US" altLang="zh-CN" sz="2000" b="0" i="0" u="none" strike="noStrike" kern="1200" cap="none" spc="125"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Journal</a:t>
            </a:r>
            <a:r>
              <a:rPr lang="en-US" altLang="zh-CN" sz="2000" b="0" i="0" u="none" strike="noStrike" kern="1200" cap="none" spc="1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 </a:t>
            </a:r>
            <a:r>
              <a:rPr lang="en-US" altLang="zh-CN" sz="2000" b="0" i="0" u="none" strike="noStrike" kern="1200" cap="none" spc="7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of</a:t>
            </a:r>
            <a:r>
              <a:rPr lang="en-US" altLang="zh-CN" sz="2000" b="0" i="0" u="none" strike="noStrike" kern="1200" cap="none" spc="1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 </a:t>
            </a:r>
            <a:r>
              <a:rPr lang="en-US" altLang="zh-CN" sz="2000" b="0" i="0" u="none" strike="noStrike" kern="1200" cap="none" spc="-1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Progressive </a:t>
            </a:r>
            <a:r>
              <a:rPr lang="en-US" altLang="zh-CN" sz="2000" b="0" i="0" u="none" strike="noStrike" kern="1200" cap="none" spc="8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Research</a:t>
            </a:r>
            <a:r>
              <a:rPr lang="en-US" altLang="zh-CN" sz="2000" b="0" i="0" u="none" strike="noStrike" kern="1200" cap="none" spc="35"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 </a:t>
            </a:r>
            <a:r>
              <a:rPr lang="en-US" altLang="zh-CN" sz="2000" b="0" i="0" u="none" strike="noStrike" kern="1200" cap="none" spc="6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in</a:t>
            </a:r>
            <a:r>
              <a:rPr lang="en-US" altLang="zh-CN" sz="2000" b="0" i="0" u="none" strike="noStrike" kern="1200" cap="none" spc="4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 </a:t>
            </a:r>
            <a:r>
              <a:rPr lang="en-US" altLang="zh-CN" sz="20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Science</a:t>
            </a:r>
            <a:r>
              <a:rPr lang="en-US" altLang="zh-CN" sz="2000" b="0" i="0" u="none" strike="noStrike" kern="1200" cap="none" spc="4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 </a:t>
            </a:r>
            <a:r>
              <a:rPr lang="en-US" altLang="zh-CN" sz="2000" b="0" i="0" u="none" strike="noStrike" kern="1200" cap="none" spc="15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and</a:t>
            </a:r>
            <a:r>
              <a:rPr lang="en-US" altLang="zh-CN" sz="2000" b="0" i="0" u="none" strike="noStrike" kern="1200" cap="none" spc="35"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 </a:t>
            </a:r>
            <a:r>
              <a:rPr lang="en-US" altLang="zh-CN" sz="2000" b="0" i="0" u="none" strike="noStrike" kern="1200" cap="none" spc="55"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Engineering,</a:t>
            </a:r>
            <a:r>
              <a:rPr lang="en-US" altLang="zh-CN" sz="2000" b="0" i="0" u="none" strike="noStrike" kern="1200" cap="none" spc="4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 </a:t>
            </a:r>
            <a:r>
              <a:rPr lang="en-US" altLang="zh-CN" sz="20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vol.</a:t>
            </a:r>
            <a:r>
              <a:rPr lang="en-US" altLang="zh-CN" sz="2000" b="0" i="0" u="none" strike="noStrike" kern="1200" cap="none" spc="4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 </a:t>
            </a:r>
            <a:r>
              <a:rPr lang="en-US" altLang="zh-CN" sz="20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5,</a:t>
            </a:r>
            <a:r>
              <a:rPr lang="en-US" altLang="zh-CN" sz="2000" b="0" i="0" u="none" strike="noStrike" kern="1200" cap="none" spc="4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 </a:t>
            </a:r>
            <a:r>
              <a:rPr lang="en-US" altLang="zh-CN" sz="2000" b="0" i="0" u="none" strike="noStrike" kern="1200" cap="none" spc="12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no.</a:t>
            </a:r>
            <a:r>
              <a:rPr lang="en-US" altLang="zh-CN" sz="2000" b="0" i="0" u="none" strike="noStrike" kern="1200" cap="none" spc="35"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 </a:t>
            </a:r>
            <a:r>
              <a:rPr lang="en-US" altLang="zh-CN" sz="20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5,</a:t>
            </a:r>
            <a:r>
              <a:rPr lang="en-US" altLang="zh-CN" sz="2000" b="0" i="0" u="none" strike="noStrike" kern="1200" cap="none" spc="4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 </a:t>
            </a:r>
            <a:r>
              <a:rPr lang="en-US" altLang="zh-CN" sz="2000" b="0" i="0" u="none" strike="noStrike" kern="1200" cap="none" spc="12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pp.</a:t>
            </a:r>
            <a:r>
              <a:rPr lang="en-US" altLang="zh-CN" sz="2000" b="0" i="0" u="none" strike="noStrike" kern="1200" cap="none" spc="4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 </a:t>
            </a:r>
            <a:r>
              <a:rPr lang="en-US" altLang="zh-CN" sz="20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88–92,</a:t>
            </a:r>
            <a:r>
              <a:rPr lang="en-US" altLang="zh-CN" sz="2000" b="0" i="0" u="none" strike="noStrike" kern="1200" cap="none" spc="4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 </a:t>
            </a:r>
            <a:r>
              <a:rPr lang="en-US" altLang="zh-CN" sz="2000" b="0" i="0" u="none" strike="noStrike" kern="1200" cap="none" spc="-1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2024.</a:t>
            </a:r>
            <a:endParaRPr lang="en-US" altLang="zh-CN" sz="20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endParaRPr>
          </a:p>
          <a:p>
            <a:pPr marL="228600" indent="-228600" algn="just">
              <a:lnSpc>
                <a:spcPct val="150000"/>
              </a:lnSpc>
              <a:spcBef>
                <a:spcPts val="1000"/>
              </a:spcBef>
              <a:spcAft>
                <a:spcPts val="0"/>
              </a:spcAft>
              <a:buFont typeface="Arial" panose="020B0604020202020204" pitchFamily="34" charset="0"/>
              <a:buChar char="•"/>
            </a:pPr>
            <a:r>
              <a:rPr lang="en-US" altLang="zh-CN" sz="2000" b="0" i="0" u="none" strike="noStrike" kern="1200" cap="none" spc="135"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An</a:t>
            </a:r>
            <a:r>
              <a:rPr lang="en-US" altLang="zh-CN" sz="2000" b="0" i="0" u="none" strike="noStrike" kern="1200" cap="none" spc="3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 </a:t>
            </a:r>
            <a:r>
              <a:rPr lang="en-US" altLang="zh-CN" sz="2000" b="0" i="0" u="none" strike="noStrike" kern="1200" cap="none" spc="145"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IoT</a:t>
            </a:r>
            <a:r>
              <a:rPr lang="en-US" altLang="zh-CN" sz="2000" b="0" i="0" u="none" strike="noStrike" kern="1200" cap="none" spc="35"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 </a:t>
            </a:r>
            <a:r>
              <a:rPr lang="en-US" altLang="zh-CN" sz="2000" b="0" i="0" u="none" strike="noStrike" kern="1200" cap="none" spc="5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Based</a:t>
            </a:r>
            <a:r>
              <a:rPr lang="en-US" altLang="zh-CN" sz="2000" b="0" i="0" u="none" strike="noStrike" kern="1200" cap="none" spc="3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 </a:t>
            </a:r>
            <a:r>
              <a:rPr lang="en-US" altLang="zh-CN" sz="2000" b="0" i="0" u="none" strike="noStrike" kern="1200" cap="none" spc="6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Accident</a:t>
            </a:r>
            <a:r>
              <a:rPr lang="en-US" altLang="zh-CN" sz="2000" b="0" i="0" u="none" strike="noStrike" kern="1200" cap="none" spc="35"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 </a:t>
            </a:r>
            <a:r>
              <a:rPr lang="en-US" altLang="zh-CN" sz="2000" b="0" i="0" u="none" strike="noStrike" kern="1200" cap="none" spc="9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Detection</a:t>
            </a:r>
            <a:r>
              <a:rPr lang="en-US" altLang="zh-CN" sz="2000" b="0" i="0" u="none" strike="noStrike" kern="1200" cap="none" spc="3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 </a:t>
            </a:r>
            <a:r>
              <a:rPr lang="en-US" altLang="zh-CN" sz="2000" b="0" i="0" u="none" strike="noStrike" kern="1200" cap="none" spc="15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and</a:t>
            </a:r>
            <a:r>
              <a:rPr lang="en-US" altLang="zh-CN" sz="2000" b="0" i="0" u="none" strike="noStrike" kern="1200" cap="none" spc="35"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 </a:t>
            </a:r>
            <a:r>
              <a:rPr lang="en-US" altLang="zh-CN" sz="2000" b="0" i="0" u="none" strike="noStrike" kern="1200" cap="none" spc="55"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Rescue</a:t>
            </a:r>
            <a:r>
              <a:rPr lang="en-US" altLang="zh-CN" sz="2000" b="0" i="0" u="none" strike="noStrike" kern="1200" cap="none" spc="3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 </a:t>
            </a:r>
            <a:r>
              <a:rPr lang="en-US" altLang="zh-CN" sz="20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System</a:t>
            </a:r>
            <a:r>
              <a:rPr lang="en-US" altLang="zh-CN" sz="2000" b="0" i="0" u="none" strike="noStrike" kern="1200" cap="none" spc="35"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 </a:t>
            </a:r>
            <a:r>
              <a:rPr lang="en-US" altLang="zh-CN" sz="20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a:t>
            </a:r>
            <a:r>
              <a:rPr lang="en-US" altLang="zh-CN" sz="2000" b="0" i="0" u="none" strike="noStrike" kern="1200" cap="none" spc="3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 </a:t>
            </a:r>
            <a:r>
              <a:rPr lang="en-US" altLang="zh-CN" sz="20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V.</a:t>
            </a:r>
            <a:r>
              <a:rPr lang="en-US" altLang="zh-CN" sz="2000" b="0" i="0" u="none" strike="noStrike" kern="1200" cap="none" spc="35"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 </a:t>
            </a:r>
            <a:r>
              <a:rPr lang="en-US" altLang="zh-CN" sz="20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V.</a:t>
            </a:r>
            <a:r>
              <a:rPr lang="en-US" altLang="zh-CN" sz="2000" b="0" i="0" u="none" strike="noStrike" kern="1200" cap="none" spc="3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 </a:t>
            </a:r>
            <a:r>
              <a:rPr lang="en-US" altLang="zh-CN" sz="2000" b="0" i="0" u="none" strike="noStrike" kern="1200" cap="none" spc="85"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Anusuy,</a:t>
            </a:r>
            <a:r>
              <a:rPr lang="en-US" altLang="zh-CN" sz="2000" b="0" i="0" u="none" strike="noStrike" kern="1200" cap="none" spc="35"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 </a:t>
            </a:r>
            <a:r>
              <a:rPr lang="en-US" altLang="zh-CN" sz="20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B.</a:t>
            </a:r>
            <a:r>
              <a:rPr lang="en-US" altLang="zh-CN" sz="2000" b="0" i="0" u="none" strike="noStrike" kern="1200" cap="none" spc="3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 </a:t>
            </a:r>
            <a:r>
              <a:rPr lang="en-US" altLang="zh-CN" sz="2000" b="0" i="0" u="none" strike="noStrike" kern="1200" cap="none" spc="95"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Jasmith,</a:t>
            </a:r>
            <a:r>
              <a:rPr lang="en-US" altLang="zh-CN" sz="2000" b="0" i="0" u="none" strike="noStrike" kern="1200" cap="none" spc="35"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 </a:t>
            </a:r>
            <a:r>
              <a:rPr lang="en-US" altLang="zh-CN" sz="2000" b="0" i="0" u="none" strike="noStrike" kern="1200" cap="none" spc="95"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P.</a:t>
            </a:r>
            <a:r>
              <a:rPr lang="en-US" altLang="zh-CN" sz="2000" b="0" i="0" u="none" strike="noStrike" kern="1200" cap="none" spc="3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 </a:t>
            </a:r>
            <a:r>
              <a:rPr lang="en-US" altLang="zh-CN" sz="2000" b="0" i="0" u="none" strike="noStrike" kern="1200" cap="none" spc="35"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Sugasini, </a:t>
            </a:r>
            <a:r>
              <a:rPr lang="en-US" altLang="zh-CN" sz="2000" b="0" i="0" u="none" strike="noStrike" kern="1200" cap="none" spc="15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and</a:t>
            </a:r>
            <a:r>
              <a:rPr lang="en-US" altLang="zh-CN" sz="2000" b="0" i="0" u="none" strike="noStrike" kern="1200" cap="none" spc="5"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 </a:t>
            </a:r>
            <a:r>
              <a:rPr lang="en-US" altLang="zh-CN" sz="2000" b="0" i="0" u="none" strike="noStrike" kern="1200" cap="none" spc="175"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M.</a:t>
            </a:r>
            <a:r>
              <a:rPr lang="en-US" altLang="zh-CN" sz="2000" b="0" i="0" u="none" strike="noStrike" kern="1200" cap="none" spc="1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 </a:t>
            </a:r>
            <a:r>
              <a:rPr lang="en-US" altLang="zh-CN" sz="2000" b="0" i="0" u="none" strike="noStrike" kern="1200" cap="none" spc="105"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J.</a:t>
            </a:r>
            <a:r>
              <a:rPr lang="en-US" altLang="zh-CN" sz="2000" b="0" i="0" u="none" strike="noStrike" kern="1200" cap="none" spc="1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 </a:t>
            </a:r>
            <a:r>
              <a:rPr lang="en-US" altLang="zh-CN" sz="2000" b="0" i="0" u="none" strike="noStrike" kern="1200" cap="none" spc="105"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Dharshini,</a:t>
            </a:r>
            <a:r>
              <a:rPr lang="en-US" altLang="zh-CN" sz="2000" b="0" i="0" u="none" strike="noStrike" kern="1200" cap="none" spc="1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 </a:t>
            </a:r>
            <a:r>
              <a:rPr lang="en-US" altLang="zh-CN" sz="2000" b="0" i="0" u="none" strike="noStrike" kern="1200" cap="none" spc="11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International</a:t>
            </a:r>
            <a:r>
              <a:rPr lang="en-US" altLang="zh-CN" sz="2000" b="0" i="0" u="none" strike="noStrike" kern="1200" cap="none" spc="1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 </a:t>
            </a:r>
            <a:r>
              <a:rPr lang="en-US" altLang="zh-CN" sz="2000" b="0" i="0" u="none" strike="noStrike" kern="1200" cap="none" spc="8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Research</a:t>
            </a:r>
            <a:r>
              <a:rPr lang="en-US" altLang="zh-CN" sz="2000" b="0" i="0" u="none" strike="noStrike" kern="1200" cap="none" spc="1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 </a:t>
            </a:r>
            <a:r>
              <a:rPr lang="en-US" altLang="zh-CN" sz="2000" b="0" i="0" u="none" strike="noStrike" kern="1200" cap="none" spc="125"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Journal</a:t>
            </a:r>
            <a:r>
              <a:rPr lang="en-US" altLang="zh-CN" sz="2000" b="0" i="0" u="none" strike="noStrike" kern="1200" cap="none" spc="1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 </a:t>
            </a:r>
            <a:r>
              <a:rPr lang="en-US" altLang="zh-CN" sz="2000" b="0" i="0" u="none" strike="noStrike" kern="1200" cap="none" spc="15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on</a:t>
            </a:r>
            <a:r>
              <a:rPr lang="en-US" altLang="zh-CN" sz="2000" b="0" i="0" u="none" strike="noStrike" kern="1200" cap="none" spc="1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 </a:t>
            </a:r>
            <a:r>
              <a:rPr lang="en-US" altLang="zh-CN" sz="2000" b="0" i="0" u="none" strike="noStrike" kern="1200" cap="none" spc="85"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Advanced</a:t>
            </a:r>
            <a:r>
              <a:rPr lang="en-US" altLang="zh-CN" sz="2000" b="0" i="0" u="none" strike="noStrike" kern="1200" cap="none" spc="1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 </a:t>
            </a:r>
            <a:r>
              <a:rPr lang="en-US" altLang="zh-CN" sz="2000" b="0" i="0" u="none" strike="noStrike" kern="1200" cap="none" spc="55"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Engineering</a:t>
            </a:r>
            <a:r>
              <a:rPr lang="en-US" altLang="zh-CN" sz="2000" b="0" i="0" u="none" strike="noStrike" kern="1200" cap="none" spc="1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 </a:t>
            </a:r>
            <a:r>
              <a:rPr lang="en-US" altLang="zh-CN" sz="2000" b="0" i="0" u="none" strike="noStrike" kern="1200" cap="none" spc="125"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and </a:t>
            </a:r>
            <a:r>
              <a:rPr lang="en-US" altLang="zh-CN" sz="2000" b="0" i="0" u="none" strike="noStrike" kern="1200" cap="none" spc="105"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Management,</a:t>
            </a:r>
            <a:r>
              <a:rPr lang="en-US" altLang="zh-CN" sz="2000" b="0" i="0" u="none" strike="noStrike" kern="1200" cap="none" spc="5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 </a:t>
            </a:r>
            <a:r>
              <a:rPr lang="en-US" altLang="zh-CN" sz="20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vol.</a:t>
            </a:r>
            <a:r>
              <a:rPr lang="en-US" altLang="zh-CN" sz="2000" b="0" i="0" u="none" strike="noStrike" kern="1200" cap="none" spc="55"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 </a:t>
            </a:r>
            <a:r>
              <a:rPr lang="en-US" altLang="zh-CN" sz="20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1,</a:t>
            </a:r>
            <a:r>
              <a:rPr lang="en-US" altLang="zh-CN" sz="2000" b="0" i="0" u="none" strike="noStrike" kern="1200" cap="none" spc="55"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 </a:t>
            </a:r>
            <a:r>
              <a:rPr lang="en-US" altLang="zh-CN" sz="2000" b="0" i="0" u="none" strike="noStrike" kern="1200" cap="none" spc="12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no.</a:t>
            </a:r>
            <a:r>
              <a:rPr lang="en-US" altLang="zh-CN" sz="2000" b="0" i="0" u="none" strike="noStrike" kern="1200" cap="none" spc="55"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 </a:t>
            </a:r>
            <a:r>
              <a:rPr lang="en-US" altLang="zh-CN" sz="20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1,</a:t>
            </a:r>
            <a:r>
              <a:rPr lang="en-US" altLang="zh-CN" sz="2000" b="0" i="0" u="none" strike="noStrike" kern="1200" cap="none" spc="5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 </a:t>
            </a:r>
            <a:r>
              <a:rPr lang="en-US" altLang="zh-CN" sz="2000" b="0" i="0" u="none" strike="noStrike" kern="1200" cap="none" spc="12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pp.</a:t>
            </a:r>
            <a:r>
              <a:rPr lang="en-US" altLang="zh-CN" sz="2000" b="0" i="0" u="none" strike="noStrike" kern="1200" cap="none" spc="55"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 </a:t>
            </a:r>
            <a:r>
              <a:rPr lang="en-US" altLang="zh-CN" sz="20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10–15,</a:t>
            </a:r>
            <a:r>
              <a:rPr lang="en-US" altLang="zh-CN" sz="2000" b="0" i="0" u="none" strike="noStrike" kern="1200" cap="none" spc="55"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 </a:t>
            </a:r>
            <a:r>
              <a:rPr lang="en-US" altLang="zh-CN" sz="2000" b="0" i="0" u="none" strike="noStrike" kern="1200" cap="none" spc="-1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2023.</a:t>
            </a:r>
            <a:endParaRPr lang="en-US" altLang="zh-CN" sz="20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endParaRPr>
          </a:p>
          <a:p>
            <a:pPr marL="228600" indent="-228600" algn="just">
              <a:lnSpc>
                <a:spcPct val="150000"/>
              </a:lnSpc>
              <a:spcBef>
                <a:spcPts val="150"/>
              </a:spcBef>
              <a:spcAft>
                <a:spcPts val="0"/>
              </a:spcAft>
              <a:buFont typeface="Arial" panose="020B0604020202020204" pitchFamily="34" charset="0"/>
              <a:buChar char="•"/>
            </a:pPr>
            <a:endParaRPr lang="zh-CN" altLang="en-US" sz="20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40631"/>
            <a:ext cx="10515600" cy="1325562"/>
          </a:xfrm>
        </p:spPr>
        <p:txBody>
          <a:bodyPr/>
          <a:lstStyle/>
          <a:p>
            <a:r>
              <a:rPr lang="en-IN" sz="4000" dirty="0">
                <a:latin typeface="Times New Roman" panose="02020603050405020304" pitchFamily="18" charset="0"/>
                <a:cs typeface="Times New Roman" panose="02020603050405020304" pitchFamily="18" charset="0"/>
              </a:rPr>
              <a:t>                       CONCLUSION</a:t>
            </a:r>
            <a:endParaRPr lang="en-IN" sz="4000" dirty="0">
              <a:latin typeface="Times New Roman" panose="02020603050405020304" pitchFamily="18" charset="0"/>
              <a:cs typeface="Times New Roman" panose="02020603050405020304" pitchFamily="18" charset="0"/>
            </a:endParaRPr>
          </a:p>
        </p:txBody>
      </p:sp>
      <p:sp>
        <p:nvSpPr>
          <p:cNvPr id="3" name="Text Placeholder 2"/>
          <p:cNvSpPr>
            <a:spLocks noGrp="1"/>
          </p:cNvSpPr>
          <p:nvPr>
            <p:ph type="body" idx="1"/>
          </p:nvPr>
        </p:nvSpPr>
        <p:spPr/>
        <p:txBody>
          <a:bodyPr/>
          <a:lstStyle/>
          <a:p>
            <a:pPr marL="914400" lvl="2" indent="0">
              <a:lnSpc>
                <a:spcPct val="150000"/>
              </a:lnSpc>
              <a:buNone/>
            </a:pPr>
            <a:r>
              <a:rPr lang="en-US" dirty="0">
                <a:latin typeface="Times New Roman" panose="02020603050405020304" pitchFamily="18" charset="0"/>
                <a:cs typeface="Times New Roman" panose="02020603050405020304" pitchFamily="18" charset="0"/>
              </a:rPr>
              <a:t>The Smart Vehicle Fire Prevention and Monitoring System effectively enhances passenger and vehicle safety through real-time temperature tracking and early fire detection.</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By integrating an alcohol detection module, the system helps prevent accidents caused by drunk driving.</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Its combination of sensors and automated alerts ensures quick response to potential hazards.</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Overall, the system improves reliability, safety, and user confidence in modern vehicles.</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This solution demonstrates how smart technologies can significantly reduce risks and promote safer transportation</a:t>
            </a:r>
            <a:r>
              <a:rPr lang="en-US" sz="1200" dirty="0">
                <a:latin typeface="Times New Roman" panose="02020603050405020304" pitchFamily="18" charset="0"/>
                <a:cs typeface="Times New Roman" panose="02020603050405020304" pitchFamily="18" charset="0"/>
              </a:rPr>
              <a:t>.</a:t>
            </a:r>
            <a:endParaRPr lang="en-IN" sz="1200" dirty="0">
              <a:latin typeface="Times New Roman" panose="02020603050405020304" pitchFamily="18" charset="0"/>
              <a:cs typeface="Times New Roman" panose="02020603050405020304" pitchFamily="18" charset="0"/>
            </a:endParaRPr>
          </a:p>
        </p:txBody>
      </p:sp>
    </p:spTree>
  </p:cSld>
  <p:clrMapOvr>
    <a:masterClrMapping/>
  </p:clrMapOvr>
</p:sld>
</file>

<file path=ppt/theme/theme1.xml><?xml version="1.0" encoding="utf-8"?>
<a:theme xmlns:a="http://schemas.openxmlformats.org/drawingml/2006/main" name="Office Theme">
  <a:themeElements>
    <a:clrScheme name="Office Them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
        <a:ea typeface=""/>
        <a:cs typeface=""/>
      </a:majorFont>
      <a:minorFont>
        <a:latin typeface=""/>
        <a:ea typeface=""/>
        <a:cs typeface=""/>
      </a:minorFont>
    </a:fontScheme>
    <a:fmtScheme name="Office Theme">
      <a:fillStyleLst>
        <a:solidFill>
          <a:schemeClr val="phClr"/>
        </a:solidFill>
        <a:gradFill/>
        <a:gradFill/>
      </a:fillStyleLst>
      <a:lnStyleLst>
        <a:ln/>
        <a:ln/>
        <a:ln/>
      </a:lnStyleLst>
      <a:effectStyleLst>
        <a:effectStyle>
          <a:effectLst/>
        </a:effectStyle>
        <a:effectStyle>
          <a:effectLst/>
        </a:effectStyle>
        <a:effectStyle>
          <a:effectLst/>
        </a:effectStyle>
      </a:effectStyleLst>
      <a:bgFillStyleLst>
        <a:solidFill>
          <a:schemeClr val="phClr"/>
        </a:solidFill>
        <a:gradFill/>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Normal.eit</Template>
  <TotalTime>0</TotalTime>
  <Words>4345</Words>
  <Application>WPS Presentation</Application>
  <PresentationFormat>Widescreen</PresentationFormat>
  <Paragraphs>65</Paragraphs>
  <Slides>11</Slides>
  <Notes>0</Notes>
  <HiddenSlides>0</HiddenSlides>
  <MMClips>0</MMClips>
  <ScaleCrop>false</ScaleCrop>
  <HeadingPairs>
    <vt:vector size="6" baseType="variant">
      <vt:variant>
        <vt:lpstr>已用的字体</vt:lpstr>
      </vt:variant>
      <vt:variant>
        <vt:i4>11</vt:i4>
      </vt:variant>
      <vt:variant>
        <vt:lpstr>主题</vt:lpstr>
      </vt:variant>
      <vt:variant>
        <vt:i4>1</vt:i4>
      </vt:variant>
      <vt:variant>
        <vt:lpstr>幻灯片标题</vt:lpstr>
      </vt:variant>
      <vt:variant>
        <vt:i4>11</vt:i4>
      </vt:variant>
    </vt:vector>
  </HeadingPairs>
  <TitlesOfParts>
    <vt:vector size="23" baseType="lpstr">
      <vt:lpstr>Arial</vt:lpstr>
      <vt:lpstr>SimSun</vt:lpstr>
      <vt:lpstr>Wingdings</vt:lpstr>
      <vt:lpstr>Droid Sans</vt:lpstr>
      <vt:lpstr>Segoe Print</vt:lpstr>
      <vt:lpstr>Calibri</vt:lpstr>
      <vt:lpstr>Calibri Light</vt:lpstr>
      <vt:lpstr>Lucida Sans</vt:lpstr>
      <vt:lpstr>Times New Roman</vt:lpstr>
      <vt:lpstr>Microsoft YaHei</vt:lpstr>
      <vt:lpstr>Arial Unicode MS</vt:lpstr>
      <vt:lpstr>Office Theme</vt:lpstr>
      <vt:lpstr>CONTENT</vt:lpstr>
      <vt:lpstr>                           ABSTRACT</vt:lpstr>
      <vt:lpstr>                          INTRODUCTION</vt:lpstr>
      <vt:lpstr>                   PROBLEM STATEMENT</vt:lpstr>
      <vt:lpstr>                      BLOCK DIAGRAM</vt:lpstr>
      <vt:lpstr>COMPONENTS</vt:lpstr>
      <vt:lpstr>COMPONENT DESCRIPTION</vt:lpstr>
      <vt:lpstr>                          HARDWARE KIT</vt:lpstr>
      <vt:lpstr>RESULT</vt:lpstr>
      <vt:lpstr>                          REFERENCES</vt:lpstr>
      <vt:lpstr>                       CONCLUSION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Department of Electrical and Electronics Engineering Academic year 2024-2025(Even Semester) II year/III Semester</dc:title>
  <dc:creator>sugan</dc:creator>
  <cp:lastModifiedBy>Ramkumar A</cp:lastModifiedBy>
  <cp:revision>35</cp:revision>
  <dcterms:created xsi:type="dcterms:W3CDTF">2025-05-10T16:26:00Z</dcterms:created>
  <dcterms:modified xsi:type="dcterms:W3CDTF">2025-12-15T16:06:23Z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B90414F139BA4A4C96B94092638E2A8E_12</vt:lpwstr>
  </property>
  <property fmtid="{D5CDD505-2E9C-101B-9397-08002B2CF9AE}" pid="3" name="KSOProductBuildVer">
    <vt:lpwstr>1033-12.2.0.23155</vt:lpwstr>
  </property>
</Properties>
</file>